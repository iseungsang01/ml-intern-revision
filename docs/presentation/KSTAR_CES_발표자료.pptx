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학위논문 발표 · 약 60분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 ·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미래까지 보는 오프라인 보간과 배치 가능한 최강 기준선(인과 GP)을 상대로 통계적으로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발표 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1563624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6362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6362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연구 배경 &amp;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8424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CES는 왜 비는가 · 두 모집단이 필요한 이유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0604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752344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5234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5234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접근법 — 의도적으로 어려운 평가 bar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7296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미래를 보는 보간 + 최강 인과 기준선(인과 GP)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4106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데이터 &amp;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6168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held 전면 제거 · 두 프레이밍 · 누수 삼중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8348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9808" y="5129784"/>
            <a:ext cx="731520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2978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2978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모델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5040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전체격자 인과 시퀀스 백본 seq_v2 + W=2 윈도 대조군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141732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64808" y="1563624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156362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6362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평가 방법론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98424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사전등록 · shot 군집 bootstrap · TEST 동결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60604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64808" y="2752344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75234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75234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17296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Tᵢ 4/4+4/4 · V_rot 동률 · 스트레스 2종 생존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3794760"/>
            <a:ext cx="5212080" cy="1024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64808" y="3941064"/>
            <a:ext cx="731520" cy="7315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94106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36168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상한은 추정기가 아니라 정보 — 데이터 레버 3종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연구 배경 &amp; 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CES는 왜 비는가 · 두 모집단이 필요한 이유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진단 장치: 무엇을 측정하나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KSTAR pedestal-top 플라즈마에서 </a:t>
            </a:r>
            <a:r>
              <a:rPr sz="1500" b="1" i="0">
                <a:solidFill>
                  <a:srgbClr val="E8743B"/>
                </a:solidFill>
                <a:latin typeface="Malgun Gothic"/>
              </a:rPr>
              <a:t>CES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는 핵심 물리량을 주지만 느리고 자주 빈다.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빠른 진단(BES·ECEI·Mirnov)은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3200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CES  (타겟)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Charge Exchange Spectroscopy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(이온온도), V_rot (토로이달 회전)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광자 적분 필요 → 느림 · 자주 결측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본 연구가 채우려는 대상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5848" y="2011680"/>
            <a:ext cx="91440" cy="3200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BES  (9 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Beam Emission Spectroscopy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밀도요동 nₑ 의 공간 구조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Tᵢ 단서 (충돌 e–i 결합)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2011680"/>
            <a:ext cx="91440" cy="32004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ECEI  (4 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Electron Cyclotron Emission Imaging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전자온도 Tₑ 2D 영상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Tᵢ 단서 (Tₑ ↔ Tᵢ 결합)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011680"/>
            <a:ext cx="91440" cy="32004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670"/>
                </a:solidFill>
                <a:latin typeface="Malgun Gothic"/>
              </a:rPr>
              <a:t>Mirnov coil  (2 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자기요동(MHD mode) dB/dt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kHz 신호를 100 Hz로 데시메이트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lag-1 자기상관 -0.009 (BES +0.568)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모드 회전 정보가 상류에서 소실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핵심 비대칭(미리보기):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 (NBI 토크 미관측 + Mirnov 앨리어싱). 이 가설이 결과에서 그대로 확인된다.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문제: CES는 왜, 얼마나 비는가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CES는 충분한 신호대잡음비를 위해 광자를 오래 적분해야 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–  노출·신호품질 문제로 특정 시점 측정이 자주 누락됨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같은 10 ms 격자에서 Tᵢ 8.2%, V_rot 23.9%가 완전 결측(NaN)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–  V_rot는 여기에 held(직전값 복사) 41.1%가 더해져 실질 65.0% 무정보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–  두 타겟은 서로 독립적으로 결측 → 타겟별 처리 필요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결측은 물리적으로 흥미로운 순간에 몰린다 (저신호·ELM·천이)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–  무작위가 아닌 결측(MNAR) — 관측점 skill은 낙관적 상한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●  빠른 진단(BES·ECEI·Mirnov)은 같은 격자에서 결측 없음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–  "항상 있는 빠른 진단"으로 "자주 비는 CES"를 채운다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417320"/>
            <a:ext cx="52120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7276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데이터 기반 가상 센서의 강점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57400"/>
            <a:ext cx="4800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●  결측 시점의 Tᵢ·V_rot를 데이터로 추정 (gap-filling)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●  강한 역산 가정 불필요 — 축대칭 수준만 가정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●  끊김 없는 CES 가용성 → pedestal 물리 분석·실시간 활용</a:t>
            </a:r>
          </a:p>
        </p:txBody>
      </p:sp>
      <p:pic>
        <p:nvPicPr>
          <p:cNvPr id="14" name="Picture 1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38334"/>
            <a:ext cx="5486400" cy="17817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결측 실측 집계: NaN 결측 + held(같은 값 padding)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무정보는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 — 전체 641 shot · 247,207 행 전수 집계.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왜 중요한가: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baseline(persistence·보간)이 오차 ≈0으로 맞히는 ‘공짜 정답’이다.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타겟·이력 입력·정규화 통계·모든 기준선의 보간 앵커에서 전부 제거 — 진짜 측정만 채점한다.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행. CES_TI는 226,991행 중 단 1행이다.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Tᵢ 피팅 실패와 두 공동 1차 모집단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B35"/>
                </a:solidFill>
                <a:latin typeface="Malgun Gothic"/>
              </a:rPr>
              <a:t>관측 Tᵢ의 p99 = 2,089 eV · p99.9 = 9,601 eV · 최대 14,984 eV.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&gt;3 keV는 무엇인가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 = 951 run / 274 방전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행, 5행 이상 지속은 2%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 = 관측 이웃 평균의 13× (IQR 6–26×)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 불가 + 보간 앵커를 오염시킴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대응 모두 비판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제거하면: “어려운 행을 없앴다”는 비판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유지하면: 스파이크 앵커가 오프라인 기준선을 핸디캡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두 공동 1차 모집단을 사전등록: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 컷(적재 시 결측 처리, 전 arm 동일) / 포함(컷 없음)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명시해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문턱은 무관하다: 2.5 / 3 / 4 keV 재학습 → Tᵢ +0.230 / +0.236 / +0.232, PR4 4/4 전부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 — 하향 dip 4,965행은 손대지 않고, ≥2× 상향 이상치의 19%만 제거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스파이크(&gt;1,000 km/s 119행 / 16 방전, 101행은 한 방전 한 블록)는 컷 없이 두되 SSE 비중을 병기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 &amp;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진단(BES·ECEI·Mirnov) +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 자체의 시간 보간이 복원할 수 없는 정보를 회복할 수 있는가?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06324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 추정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 없이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온라인으로 메움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306324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 아님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채움 (nowcast)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306324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정직한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없음 → 직접검증 불가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CES를 가린 뒤 복원 정확도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모집단(컷/포함) 각각에서 타겟별로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masking 검증에서 baseline을 이기면 결측 구간에서도 잘 복원할 것으로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추정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한다. 결측이 무작위라는 보장이 없어(MNAR) 결측 지점 정확도를 단정하지 않고, 대신 결측 분포로 재가중해 얼마나 살아남는지를 측정한다.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보는 보간 + 배치 가능한 최강 기준선(인과 GP)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의도적으로 어려운 평가 bar: 미래를 보는 보간 + 인과 GP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비교한다 — 이 보간들은 타겟 주변의 과거+미래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우리 모델 (causal)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타겟 시점까지의 빠른 진단 (BES·ECEI·Mirnov)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 — 도달거리는 세그먼트 전체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보지 않음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baseline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타겟 양쪽의 과거 + 미래 CES 이웃 사용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 = 사전등록 headline 기준선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경계는 넘지 않음 → persistence 폴백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제한(NaN 조건 동일 → 모집단 불변). seed 42·컷에서 Tᵢ RMSE 164.3 vs persistence 197.2 — “배치 가능한 모든 인과 방법을 이긴다”는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왜 이 정보 비대칭이 핵심인가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보는 보간을 인과 모델이 이긴다면, 빠른 진단이 시간 보간으로는 얻을 수 없는 CES 정보를 운반한다는 강력한 증거다.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검증 전략과 정직한 caveat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91440" cy="2743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Masking 복원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값을 가린 뒤 모델이 복원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단위 역정규화 후 타겟별 채점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 arm이 동일한 (file, row) 집합·동일 마스크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입력에서 타겟 시점은 완전 마스킹(누수 차단)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63040"/>
            <a:ext cx="91440" cy="2743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Observed-only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지점에서만 skill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 불가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지점이 결측 지점보다 쉬울 수 있음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PR2 폴백률: Tᵢ 0.3–0.4% · V_rot 40–44%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91440" cy="2743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MNAR — 낙관적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결측은 무작위 아님 (MNAR)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저 SNR · ELM · 천이에서 drop-out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observed-only skill = 낙관적 bound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결측 분포로 재가중해 정량화 (결과 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88136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042416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Murphy(1988) skill 정의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B6CB0"/>
                </a:solidFill>
                <a:latin typeface="Consolas"/>
              </a:rPr>
              <a:t>skill_vs_pchip = 1 - MSE_model / MSE_pchip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&gt; 0 이면 모델이 보간보다 우수 · = 0 이면 동률. 유의 = shot 군집 paired bootstrap 95% CI가 0을 제외(PR4), ‘n/4’ = 유의한 분할 수.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데이터 &amp;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held 전면 제거 · 두 프레이밍 · 누수 삼중 차단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구성과 세그먼트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603504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641개 KSTAR 방전 (shot 30801–32751) · 10 ms 공통 격자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제공 측 선정 기준: 하드웨어 일관성 · H-mode ELM 억제(RMP) 구간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총 247,207행 (파일당 중앙값 339행)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행당 채널: BES 9 · ECEI 4 · Mirnov 2 · time · CES_TI · CES_VT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세그먼트는 ≥0.5 s 간극에서 분리 — 이봉 delta 분포의 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(0.1, 0.5) s 구간에 delta 82개뿐 · 세그먼트 안 스텝의 99.4%가 10 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전형적 파일 = 주 세그먼트 1개 (중앙값 301행 ≈ 3.0 s, 10–90분위 1.3–7.0 s)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2개인 파일 28개 · 10행 넘는 게 없는 파일 20개 · 고립 단일행 1,279개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●  어떤 arm도(보간이든 모델 입력이든) 세그먼트 간극을 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4480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517904"/>
            <a:ext cx="4572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TEST 규모 (선택이 절대 읽지 않음)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04825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기준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04825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seed 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04825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48716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(컷)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48716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32,589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48716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926080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(컷)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2608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10,463 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926080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64992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364992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32,721 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364992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03904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(포함)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03904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10,461 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803904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24281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Tᵢ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4281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32.6–35.9k 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24281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68172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V_rot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68172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10.5–14.5k 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68172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60–66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193792"/>
            <a:ext cx="4572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모든 수치는 단일 collector가 얼린 run 디렉터리에서 읽는다 — 본문·표·그림이 어긋날 수 없다.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No-Fake-Data 원칙과 데이터 계약(contract)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① 가짜 라벨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 행을 만들려고 타겟을 대체(impute)하지 않음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윈도: 진단 입력 완전 + 타겟 ≥1개 관측된 행만 사용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시퀀스: 라벨 없는 행은 맥락으로만 기여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어느 프레이밍도 타겟 행 자신의 값을 읽지 않음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② 타겟별 masked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  (m = 타겟별 관측 마스크)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한쪽 타겟만 관측된 행도 그 타겟은 학습에 기여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두-타겟-필수 필터는 라벨 행의 ≈28%를 조용히 버림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이를 제거한 것은 순수한 데이터 이득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파일(shot) 단위 분할 — 인접 행 자기상관 차단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 파일 전용 정규화 (희소 타겟은 NaN-인지)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시퀀스 모델은 여기에 shot별 입력 표준화를 더함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시점의 값·관측 flag는 입력에 결코 들어가지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1945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V_rot의 54%가 계측기 유지값 (진짜 측정 아님)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지도 타겟 · 이력/이월 입력 · 정규화 통계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모든 기준선의 보간 앵커에서 동일하게 제거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어떤 arm도 forward-fill로 공짜 점수를 못 받음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누수 방지 split + 학습셋 전용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4688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File-level split (행 누수 방지)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행 단위가 아니라 CSV(shot) 파일 단위로 분할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인접 행 상관 때문에 행 단위 분할은 train/val 누수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split을 디스크에 pin (fixed_*_split.csv)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재로딩 시 데이터 불일치하면 예외 발생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4688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BES·ECEI·MC·타겟 per-channel z-score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통계는 학습 파일에서만 추정 (val/test 누수 차단)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통계는 NaN-aware (관측값만) — CES는 sparse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추가로 각 방전의 빠른 진단을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그 방전 자신의 통계로 표준화 (캠페인 전이의 열쇠)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타겟 시점 마스킹 — 누수 차단의 핵심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윈도 ces_history (batch, W=2, 4): 이전 정규화 Tᵢ · 이전 정규화 V_rot · 타겟별 관측 flag 2개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Tᵢ·V_rot는 독립적으로 결측(8.2% / 23.9%) → 관측을 타겟별로 추적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타겟 시점은 값·flag 모두 0으로 완전 마스킹 → 자기 정답 누수 차단 (시퀀스도 동일)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 vs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≥ 0.5 s = 세그먼트 경계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 = 주 세그먼트 1개 (중앙값 301행)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입력·보간 모두 경계를 넘지 않음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t 앞 W=2행: bes(2,9)·ecei(2,4)·mc(2,2)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+ time_features(2,4) + ces_history(2,4)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[Tᵢ, V_rot] + 타겟별 마스크 m ∈ {0,1}²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 500 (사전등록)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입력-완전 행 전부를 맥락으로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(라벨 유무와 무관 — 희소성은 loss로)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 = z-score 빠른 채널 15 +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log1p(Δt) + 타겟별(이월값·신선도·flag) 3×2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 · 행간 delta 초 · 각각의 log1p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200 ms 전인지에 강하게 의존한다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 = 도달거리(reach):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관측, 시퀀스는 세그먼트 전체. 이 차이가 백본 관문(결과 ③)에서 측정된다.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held / forward-fill된 CES_VT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감사 발견: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관측된 CES_VT 값의 54%가 계측기 유지값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(같은 연속 블록 안에서 직전 관측과 bit-identical, 최대 1,214행 연속). V_rot의 고유 측정 주기가 행 주기보다 느려 값이 carry-forward된 것 — 독립적인 측정이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585216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중 499개 파일이 영향 · CES_TI는 226,991행 중 1행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오탐 통로 없음: V_rot는 소수점 5자리, 값 간 최소 간격 4e-5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확정 프로토콜 = 어디서나 제거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지도 타겟 · 이력/이월 입력과 그 관측 flag · 정규화 통계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모든 기준선의 보간 앵커 — 이 논문의 모든 수치는 진짜 측정만 사용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held는 평가뿐 아니라 학습도 오염시킨다 (짝지은 재학습으로 확인)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forward-fill 계단은 '이력을 복사하는 것이 최적'이라고 가르침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–  → 민감도 한 줄이 아니라 프로토콜로 삼은 이유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331720"/>
            <a:ext cx="521208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31720"/>
            <a:ext cx="109728" cy="3566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46888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held 제거가 남기는 대가 — PR2 폴백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944368"/>
            <a:ext cx="475488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보간은 모델이 채점되는 모든 곳에서 예측해야 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미래 이웃이 없으면 persistence로 후퇴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폴백률: Tᵢ 채점 행의 0.3–0.4%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●  V_rot 채점 행의 40–44%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→ V_rot의 'vs PCHIP'은 5분의 2가 'vs persistence'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사전등록이 폴백률 보고를 의무화한 이유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전체격자 인과 시퀀스 백본 seq_v2 + W=2 윈도 대조군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상태를, V_rot 분기(1층 64)는 비-빠른 7채널만 읽는다 · 총 357,570 파라미터.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핵심 설계 결정과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라우팅은 head가 아니라 인코더에서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순환 상태를 공유하면 head를 어떻게 배선해도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빠른 진단 정보가 V_rot로 샌다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seq_v2는 분기 자체를 분리 → 빠른 15채널을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전부 섭동해도 V_rot 출력이 bit-identical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도달거리 = 세그먼트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W는 더 이상 하이퍼파라미터가 아니다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라벨 없는 행도 맥락으로 유지 (고속 진단은 조밀)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대비 pooled Tᵢ +0.081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(16 run · CI [+0.067, +0.096] · 16/16 양수)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희소성은 loss가 처리한다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세그먼트의 모든 라벨 행에 대한 타겟별 masked MSE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LayerNorm + 작은 GELU head로 마무리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학습: AdamW 1e-3 · batch 16 세그먼트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val masked MSE 조기 종료(patience 6, 상한 30)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해석 가능한 사다리 칸 b3k8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seq_v2의 프레이밍·라우팅을 유지하고 head만 교체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예측 = 이월값 + Σ w·z + b   (z ∈ [-1, 1], K = 8 / 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readout 0 초기화 → 학습이 정확히 persistence에서 출발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21,498 파라미터 = 백본의 6% (결과 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탐색이 가르친 것: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윈도 계열 두 라운드에서 살아남은 메커니즘은 attention pooling 하나뿐이었고, 확정 프로토콜에서도 같은 교훈이 두 번 반복된다 — attention 후보는 비유의, 폭 스윕은 평평. 모델 절이 짧고 평가 절이 긴 이유다.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 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 (201,258 파라미터)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타겟이 실제 관측된 행에만 질량 허용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0으로 이식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모든 것이 백본과 동일하게 고정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 · held 처리 · 분할 · 채점 모집단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→ 두 모델 비교는 행 단위로 paired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 = 빠른진단+시간+이력 / V_rot head = 이력+시간. 이 구조는 ~40회 keep/discard 통제 실험의 결과이며, 지금은 (i) 백본 관문의 비교 대상, (ii) 절제 실험의 무대, (iii) 캠페인 붕괴의 재현자로 남는다.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어떻게 학습시켰나 — 손실 함수와 최적화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7889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손실 — 타겟별 masked 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  (Tᵢ · V_rot 각각 계산)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타겟만 손실에 기여 · 결측 타겟은 마스킹으로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Tᵢ·V_rot 독립 결측(8.2% / 23.9%) — 한쪽만 있어도 학습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시퀀스: 세그먼트의 모든 라벨 행에 대해 계산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(라벨 없는 행은 맥락으로만 기여)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출력은 정규화 단위 — 역정규화는 평가에서만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7889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최적화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seq_v2: AdamW 1e-3 · batch 16 세그먼트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 masked MSE 조기 종료(patience 6, 상한 30 epoch)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확정 실행은 14–25 epoch에서 종료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대조군: 같은 데이터 계약 · 파일당 샘플 상한 500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분할 seed와 초기화 seed를 분리 (분할 4 × 초기화 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loss가 비유한이면 즉시 실패(fail-loud) — 조용한 NaN 금지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아키텍처는 어디서 왔나 — 깨끗한 val skill을 게이트로 쓴 keep/discard 통제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반복마다 구조 변경은 딱 하나 → 처음부터 재학습 → 증강 없는 검증셋의 skill_vs_pchip으로 채점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증강 val loss는 보간이 이미 강한 곳에서 평활화를 보상하므로 쓰지 않는다 · TEST는 전 과정 봉인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평가 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사전등록 · shot 군집 bootstrap · TEST 동결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 +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시작 전 예약, 선택 중 절대 안 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→ 헤드라인에 winner's curse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 · 동일 마스크로 채점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타겟 자신의 값을 제외하고 이웃만 읽음(누수 없음)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 헤드라인 기준선 = PCHIP (사다리 전체도 함께 보고)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 보간은 모든 채점 지점에서 예측, 폴백률 보고 의무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 TEST 하한 ≥15 방전 · ≥3,000 Tᵢ 샘플 (충족)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 shot 군집 bootstrap 95% CI가 0을 제외 =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   TEST 채점 전 모델 결정 규칙 커밋 · 문턱 민감도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헤드라인.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보간·모델 모두 세그먼트 경계를 넘지 않고,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 — 왜 shot이 단위인가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한 방전(shot) 내 인접 CES 행은 강하게 상관됨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–  개별 샘플을 독립으로 보면 불확실성을 크게 과소평가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PR4 검정: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shot 단위로 묶고, shot 전체를 복원추출 (B = 10,000, 고정 seed)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●  skill 95% CI가 모델에 유리한 방향으로 0을 제외 =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→ CI가 within-shot 가짜 복제가 아닌 진짜 shot-to-shot 일반화 반영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백본 vs 윈도 대조군 · 사다리 칸 vs 백본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63040"/>
            <a:ext cx="4526280" cy="4114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459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재현 단위 =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240280"/>
            <a:ext cx="411480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ECF1"/>
                </a:solidFill>
                <a:latin typeface="Malgun Gothic"/>
              </a:rPr>
              <a:t>개별 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AA5B1"/>
                </a:solidFill>
                <a:latin typeface="Malgun Gothic"/>
              </a:rPr>
              <a:t>→ 자기상관, 가짜 복제 (X)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shot 전체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DE8CD"/>
                </a:solidFill>
                <a:latin typeface="Malgun Gothic"/>
              </a:rPr>
              <a:t>→ 독립 복제의 단위 (O)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≈ 96 방전 · V_rot 60–66 방전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이 방전 수가 검정력의 상한이며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모든 유의성 판정의 구속 조건이다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 — 규칙을 수치보다 먼저 적는다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모든 모델 결정은 검증 데이터 위에서, 또는 </a:t>
            </a:r>
            <a:r>
              <a:rPr sz="1400" b="1" i="0">
                <a:solidFill>
                  <a:srgbClr val="1B9E8A"/>
                </a:solidFill>
                <a:latin typeface="Malgun Gothic"/>
              </a:rPr>
              <a:t>해당 TEST 채점 이전에 문서로 확정된 결정 규칙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 아래에서 이루어졌고, TEST는 결정마다 한 번만 채점되었다.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19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백본 관문 — 4조건을 먼저 고정하고 그다음 충족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4개 분할 전부에서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통합 실행 군집 CI가 0을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③ 예산 균등화(고정 10 epoch)에서도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④ V_rot 손실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충족되어 시퀀스 프레이밍을 백본으로 채택 (결과 ③)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874519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유일한 아키텍처 후보 — 미승격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seq_v2 + 관측 마스킹 인과 attention (0-초기화 사영)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대비 4/4 분할 양수: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+0.009 / +0.013 / +0.033 / +0.020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그러나 유의는 1/4 → 사전 기준 ≥3/4 미달 → 미승격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val에선 2/2 유의였다 — 승격 bar를 TEST에 두는 이유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6227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나머지 결정 규칙도 같은 방식으로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윈도 계열: 한 번에 하나만 바꾸고 깨끗한 val skill로 keep/discard · 이력 길이는 24-run 스윕(plateau 최소) · held는 감사로 제거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스윕: 두 갈래 판정과 서술적 읽기(상한 / 무릎)를 TEST 채점 전에 문서화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스윕 위에서 백본을 재선정하는 것은 구성상 금지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Tᵢ 4/4+4/4 · V_rot 동률 · 스트레스 2종 생존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인과 기준선을 압도하고, 오프라인 평활기와 동률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타겟 모두에서 최저 RMSE.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 · V_rot 18% 낮고, 미래를 쓰는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 · PCHIP 412.4 / 30.2 · 인과 GP 394.6 / 28.8 · persistence 478.0 / 33.4 — 스파이크가 Tᵢ RMSE를 두 배 이상 키우지만 순서는 불변.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헤드라인 — Tᵢ는 두 모집단 모두에서 4/4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 (평균 +0.236) · 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 (평균 +0.268) · 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 인과 GP(+0.08~+0.17)·persistence(+0.36~+0.46)도 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 — 상한을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양수지만 PR4는 컷 1/4 · 포함 2/4 (잡음 수준)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vs persistence 3/4 양쪽(+0.30~+0.50) · vs 인과 GP 2/4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이유: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모든 arm이 PCHIP 대비 더 좋아 보인다 → 결과 ⑨에서 분해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전체격자 프레이밍 vs 윈도 대조군 — 백본 관문 (B.1)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23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 16/16 양수 · 13/16 유의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+0.081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 [+0.067, +0.096]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 유지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 0/16 (우세 8/16)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분할에서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 (8/8 양수, 각 2/4 유의).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무엇을 사는가: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동률(1/4)이지만 시퀀스 백본은 4/4+4/4 — 세그먼트 과거 전체로의 도달거리가 최강 배치 기준선을 이기게 한다. 비용은 음수다(윈도 조립·조합 증강이 없어 학습비 1/10).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간극 영역 — 비인접 시점에서도 이긴다 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분할별로는 넓은 Δt 층의 표본이 수십 개뿐이라 4개 test 분할을 합치고 방전 단위로 군집화했다. PCHIP은 미래 앵커를 읽고 모델은 읽지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Δt 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911096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11096"/>
            <a:ext cx="2734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컷: vs PCHIP (95% 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11096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포함: vs PCHIP (95% CI)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2257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≤ 15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2257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134,546 / 135,317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32257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2257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+0.239 [+0.197, +0.274]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32257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+0.299 [+0.244, +0.347]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605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743200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15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743200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3,422 / 3,334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743200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265 / 263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743200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+0.268 [+0.187, +0.337]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743200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+0.206 [+0.108, +0.290]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163824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45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163824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460 / 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163824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104 / 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163824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+0.267 [+0.092, +0.414]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163824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-0.004 [-0.304, +0.246]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017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11296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58444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≤ 15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584448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51,689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584448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584448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3584448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+0.317]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0507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15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005072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466 / 456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4005072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4005072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+0.418 [+0.104, +0.680]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4005072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+0.432 [+0.128, +0.696]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0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352544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42569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45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42569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442569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442569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442569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7636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세 가지 읽기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Tᵢ 우위는 인접 이력에 국한되지 않는다 — &gt;15 ms에서 두 모집단 모두 PASS (persistence 대비 +0.40 / +0.43).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&gt;45 ms는 컷에서 승·포함에서 동률 — 429행/101 방전은 스파이크 앵커 몇 행이 층을 지배할 수 있는 규모다.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③ V_rot는 보간이 가장 어려운 &gt;15 ms에서 두 모집단 모두 PCHIP를 이긴다 — 논문의 유일한 V_rot 무조건부 양성.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① — 실제 결측점으로 재가중 (MNAR)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층 = Δt(15/25/45 ms) × 입력만의 활동 flag. 결측 행의 층 분포로 채점 지점을 재가중(30 미만 층은 기각, 가중 격자에도 컷 적용). 도달 범위: 결측 Tᵢ의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54–68%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, 결측 V_rot의 </a:t>
            </a:r>
            <a:r>
              <a:rPr sz="1250" b="1" i="0">
                <a:solidFill>
                  <a:srgbClr val="C0392B"/>
                </a:solidFill>
                <a:latin typeface="Malgun Gothic"/>
              </a:rPr>
              <a:t>4–6%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만 in-domain → 재가중 V_rot은 결론 없음.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11096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1109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비가중 vs PCHIP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PCHIP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8600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2860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28600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+0.140 [-0.071, +0.290]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+0.398 [+0.278, +0.518]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325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42032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1518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151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261518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+0.164 [+0.062, +0.250]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+0.366 [+0.299, +0.448]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616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94436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443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294436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+0.203 [-0.024, +0.346]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+0.310 [+0.227, +0.398]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908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200400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27355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32735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3273552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[+0.069, +0.392]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+0.381 [+0.246, +0.464]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200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0273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60273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3602736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+0.140 [+0.033, +0.250]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+0.443 [+0.141, +0.623]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8492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3858768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3192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7360" y="393192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1760" y="393192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+0.217 [+0.086, +0.319]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+0.383 [+0.273, +0.536]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17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6110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426110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0" y="426110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+0.167 [+0.067, +0.265]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[+0.172, +0.380]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17136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459028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459028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51760" y="459028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+0.316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4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+0.221 [+0.050, +0.320]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+0.337 [+0.164, +0.455]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36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Tᵢ 우위는 온라인 시스템의 실제 상대(persistence)에 대해 두 모집단 4/4 생존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  (+0.28~+0.44, MNAR 보정 비용 최대 0.12).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PCHIP 대비 점추정은 +0.14~+0.28로 유지되지만 고정 가중 CI가 컷 2개 분할에서 0을 지난다 (컷 2/4 · 포함 4/4).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→ 진술: 실제 결측·in-domain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② — 캠페인(시간) 분할: 윈도는 붕괴, 백본은 생존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26</a:t>
            </a:r>
          </a:p>
        </p:txBody>
      </p:sp>
      <p:pic>
        <p:nvPicPr>
          <p:cNvPr id="10" name="Picture 9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018"/>
            <a:ext cx="7178040" cy="28189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243584"/>
            <a:ext cx="3977639" cy="3017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26679" y="1243584"/>
            <a:ext cx="91440" cy="30175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344168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설계와 수치 (Tᵢ vs PCHIP)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773936"/>
            <a:ext cx="3566160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train 416 (30801–31991)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val 128 (32002–32310) · test 97 (32312–32751)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Malgun Gothic"/>
              </a:rPr>
              <a:t>–  초기화 seed 4개 (분할 4개가 아님)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윈도 OFF: 컷 2/4 · 포함 0/4 · 인과 GP 0/4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윈도 ON(shot별 표준화, 컷): 4/4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seq_v2: 컷 +0.187/+0.174/+0.181/+0.177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9E5B"/>
                </a:solidFill>
                <a:latin typeface="Malgun Gothic"/>
              </a:rPr>
              <a:t>–  포함 +0.173/+0.202/+0.198/+0.184 → 4/4+4/4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53128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4453128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4453128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46320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846320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46320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65979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75504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48656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(결과 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5248656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5248656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68315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5099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 (이 슬라이드)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5099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65099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97065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61888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원인은 단언이 아니라 측정: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train→test 드리프트가 BES 1.22σ · ECEI 0.53σ인데 타겟은 0.115σ. seq-윈도 마진은 8/8 유의, V_rot도 persistence 대비 seq 4/4 양쪽(윈도 0/4). 남는 주의: 한 시간 블록 위의 초기화 4개, 컷 run 2/4가 상한 종료.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27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타겟 모두 필수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 -0.125 (paired 4/4 유의 감소)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 = 충돌 e–i 결합 (ECEI Tₑ · BES nₑ)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모집단엔 스파이크-강건성 성분이 섞임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이력-전용도 PCHIP를 +0.15~+0.23 이김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건 0.03–0.09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 0으로 만들면 출력 bit-identical (8/8)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 + Mirnov 100 Hz 앨리어싱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6.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얼마나 필요한가 — 관측 하나 (윈도 스윕, W=2의 근거)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 + history-0 =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. held-free 학습·평가, 파일당 500, 컷 없음(이 스윕의 얼린 W=2 run이 포함 모집단 대조군). 각 run은 자기 자신의 held-out TEST skill_vs_pchip으로 채점.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말하는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-0.026 (0/4) · V_rot -0.783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전부를 만든다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W=2: Tᵢ +0.238 (4/4) · V_rot +0.206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이후 평평 (Tᵢ 0.190–0.246)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점 내부 seed 산포 0.07–0.16 &gt; 곡선 전체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→ plateau 최소 W = 2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넓은 W의 유일한 논거는 커버리지인데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그건 시퀀스 프레이밍의 논거다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W=3 +0.246(4/4) · W=4 +0.221(3/4) · W=6 +0.190(3/4) · W=8 +0.216(4/4) — 곡선은 평평하다. 이력을 늘려 얻는 것은 skill이 아니라 &gt;15 ms 채점 커버리지(456→1,958)이고, 그것은 도달거리 = 세그먼트 전체인 시퀀스 프레이밍이 W 없이 해결한다.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 — 상한은 추정기가 아니라 정보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29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anchor: 컷 +0.35~+0.42 · 포함 +0.29~+0.34 (양쪽 4/4 유의)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 + persistence로 압축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 (CI 전부 0 포함) · PR4 4/4 · 인과 GP 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probe: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분산 부호화 · 보정은 예측 분산의 25–39%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포함에선 -0.194 (4/4 유의):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못 살린다 — ≈1% 행이 모든 arm SSE의 70–83%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크기는 무효 — 크기 축을 닫는다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= 34k / 49k / 114k / 358k / 879k 파라미터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 +0.230 / +0.236 / +0.235 / +0.236 / +0.230 (컷)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 · 최대 폭 유의 우세 1/4 · V_rot 불변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남은 분산은 모델 크기가 아니라 분할 분산이다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30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어디서 가치를 버는가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 = 입력 기반 고-국소활동 이웃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타겟 행 자체는 제외 — 보수적 영역 프록시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peak: 컷 +0.45~+0.61 · 포함 +0.62~+0.72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 — 무조건부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본류: +0.09~+0.20(컷 4/4) · +0.06~+0.19(포함 2/4)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peak: +0.54~+0.79 (8/8 양수, PASS 각 2/4)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+0.75~+0.86, 8/8 PASS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 (-0.07~+0.15, 0/8)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비대칭은 전역이 아니라 지역적이다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구간을 눈으로 —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31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실제로 벌어지는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본다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과거+미래를 다 보는 오프라인 보간인데도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 + 빠른 진단만 쓰는 causal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Tᵢ: RMSE 199.2 vs PCHIP 262.3 → skill +0.42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 (genuine, 컷 후)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V_rot: 17.3 vs 19.5 → skill +0.21 (n = 149)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 (결과 ④⑩과 일관)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가능성 — 주장이 아니라 측정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423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 — 상태 유지 1-step은 여유 있게 CPU에 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온라인은 은닉 상태를 격자 따라 이월 → 새 행마다 1-step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seq_v2 CPU 중앙값 1.05 ms / p99 1.61 ms (예산의 16%, p95 1.35)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GPU 1.21 / 2.31 ms — 이 크기에선 배치 1에서 이득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세그먼트 재실행: 100행 2.9 / 5.6 ms · 300행 6.4 / 8.9 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(35–47k 행/s · GPU 47–63k)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윈도 대조군 배치 1은 더 느리고 꼬리가 무겁다 (W=2 3.8 / 18.9 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2423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(재학습 없음, α = 0.10)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해당 run 자신의 val에서 보정 · 예측기는 전혀 건드리지 않음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절차를 PCHIP·persistence에도 적용한 공정 비교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모델 구간이 32/32 셀에서 두 기준선을 Winkler 점수로 이김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Tᵢ 1,272 vs 1,554 vs 1,727(컷) · 2,290 / 2,851 / 3,120(포함)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V_rot 150 vs 164 vs 179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Mondrian 보정은 Tᵢ 팔을 4–5% 조이고 판정은 불변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1201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77639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87367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실무 지침과 정직한 실패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89703"/>
            <a:ext cx="10817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상태 유지형 나우캐스터를 제어 계산기의 CPU에서 돌려라. 10 ms 예산의 80% 이상이 획득과 제어에 남는다.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정직한 실패 ①: coverage는 marginal이지 조건부가 아니다 — Tᵢ 0.87–0.92 (목표 0.90), V_rot 0.91–0.94, shot별로는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정직한 실패 ②: 유휴 재실행 두 번의 절대값이 최대 2× 차이 났다(다른 실행 seq_v2 스텝 0.51 / 0.99 ms) — 노트북 전원 상태. 순서는 불변.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포함 모집단에선 모델 Tᵢ 구간이 PCHIP보다 넓은데도(반폭 224–255 vs 211–241 eV) 점수가 더 좋다 — 스파이크가 miss 페널티를 키우고 모델이 덜 놓친다.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주장하고 무엇을 인정하는가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정직한 결론 (4가지)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572768"/>
            <a:ext cx="768096" cy="76809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2768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17904"/>
            <a:ext cx="99669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Tᵢ: 미래를 쓰는 보간을 두 모집단 모두에서 유의하게 능가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01952"/>
            <a:ext cx="996696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skill_vs_pchip 컷 +0.17~+0.26 · 포함 +0.23~+0.32, 4개 독립 분할 전부 shot 군집 95% CI가 0 제외(4/4+4/4). 인과 GP는 8/8 셀에서 이기고, 최강 오프라인 평활기(GP)와는 동률 — 상한도 함께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24328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779776"/>
            <a:ext cx="768096" cy="76809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79776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24912"/>
            <a:ext cx="99669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배치 주장이 이제 두 스트레스를 모두 견딘다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08960"/>
            <a:ext cx="996696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4/4+4/4. 대체된 윈도 대조군은 오프라인 우위를 완전히 잃었고(2/4·0/4) 그 차이는 측정됐다(빠른 진단 5–11× 드리프트).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31336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986784"/>
            <a:ext cx="768096" cy="76809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986784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31920"/>
            <a:ext cx="99669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V_rot: 전역 동률 — skill은 천이 구간에만 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15968"/>
            <a:ext cx="996696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PCHIP 대비 1/4·2/4(잡음 수준)이지만 &gt;15 ms 간극과 peak 층에서는 두 모집단 모두 이긴다. 빠른 채널을 0으로 해도 출력이 bit-identical — Tᵢ↔V_rot 정보 비대칭은 물리로 예측되고 절제로 확인됐다.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38344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5193792"/>
            <a:ext cx="768096" cy="76809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193792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38928"/>
            <a:ext cx="99669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상한은 추정기가 아니라 정보 — 남은 레버는 데이터다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22976"/>
            <a:ext cx="996696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21,498 파라미터 b3k8이 컷에서 백본과 동급(+0.002)이고 폭 34k→879k는 평평(±0.01) → 크기 축은 닫혔다. 남은 셋: CES 피팅 품질 메타데이터 · 원본 kHz Mirnov · NBI 토크 채널.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"Mirnov를 더 잘 쓰면 V_rot이 되지 않나?" — 정보는 전처리가 파괴했다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34</a:t>
            </a:r>
          </a:p>
        </p:txBody>
      </p:sp>
      <p:pic>
        <p:nvPicPr>
          <p:cNvPr id="10" name="Picture 9" descr="fig_mirnov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685800" y="1325880"/>
            <a:ext cx="4334256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40680" y="1325880"/>
            <a:ext cx="6263640" cy="3291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1325880"/>
            <a:ext cx="9144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444752"/>
            <a:ext cx="5852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진단은 실측이다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85216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같은 10 ms 격자, 연속 블록 내 lag-1 자기상관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BES +0.568 · ECEI +0.572 vs Mirnov -0.009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블록의 82%가 |r| &lt; 0.1 → 이 격자 위에서 백색잡음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kHz dB/dt를 안티앨리어싱 없이 100 Hz로 데시메이트한 서명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연속 표본의 상대 위상이 무작위가 된다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우리 진단 집합에서 회전의 유일한 대리(모드 회전 주파수)가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모델보다 상류에서 버려졌다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54880"/>
            <a:ext cx="91440" cy="14813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① 시도한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적분 · PCHIP 적분 · |MC| · 이동 RMS 파생 특징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학습에서 개선 없음 — 이미 잃은 정보는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하류에서 복구되지 않는다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475488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해야 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변경이 아니라 전처리 변경: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원본 kHz 스트림에서 윈도 RMS · 대역 파워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모드 수 · 모드 회전 주파수를 계산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9016" y="475488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③ 어떻게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분기로 라우팅 (사전등록된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pilot-then-expand 규칙 아래)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최상위 실험 · 아카이브 데이터로 검정 가능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7.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"Tₑ가 NBI 가열을 대리하니 V_rot도 담기지 않나?" — 가설과 기각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이론적으로 충분히 가능한 경로다.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NBI가 들어가면 전자가 가열되므로 Tₑ가 NBI 주입량을 간접 반영하고, 그렇다면 ECEI가 회전 정보를 간접적으로 운반할 수 있다 — 데이터로 직접 검정했다.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4617720" cy="3310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91440" cy="3310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47672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가설의 인과 사슬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NBI 주입 → 전자 가열 → Tₑ 상승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∴ Tₑ는 NBI power의 간접 대리 변수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power가 크면 토크도 크다면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→ ECEI가 V_rot 정보를 운반해야 함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데이터에 NBI 컬럼이 없으므로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 대리변수로 경로 존재 여부를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1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shot 간 상관 (538 shot, ECEI 채널 평균 = Tₑ 대리)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267712"/>
            <a:ext cx="6355080" cy="32918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331720"/>
            <a:ext cx="28712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관계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Pearson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31720"/>
            <a:ext cx="14996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670048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700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670048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3e-17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2934843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2944368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3017520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175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017520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0.58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282315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3364992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~ |CES_VT|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649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+0.001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364992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0.98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629787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9240" y="3639312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3712464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변동성 ~ |CES_VT|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124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712464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3977259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4059936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BES 변동성 ~ |CES_VT|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0599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4059936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4324731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4443984"/>
            <a:ext cx="6355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shot 내부에서도 같다: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Tₑ~CES_TI는 블록 평균 r = +0.246으로 부호가 일관되게 양수인데, Tₑ~CES_VT는 +0.006으로 부호조차 무작위다 (|r|&gt;0.3 블록: 42.7% vs 14.8%).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30368"/>
            <a:ext cx="11201400" cy="10607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30368"/>
            <a:ext cx="109728" cy="10607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312664"/>
            <a:ext cx="10744200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결론 — 경로의 전반부는 참이고, 후반부에서 끊긴다.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Tₑ가 가열 수준의 대리로 작동하는 건 사실이다 (Tᵢ와 r = +0.35). 그런데 바로 그 Tₑ가 V_rot과는 무관하다 (r = +0.02, p = 0.58). 끊기는 지점은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power ≠ torque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 — 토크는 빔 에너지·접선 반경·주입 기하에 의존해 power와 분리된다. NBI 토크 확보는 모델링이 아니라 데이터 획득 과제이며, 문헌에 양성 대조(DIII-D 전방전 시뮬레이터)가 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한계 &amp;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4526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모든 유의성의 구속조건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모집단에선 ≈1% 행이 SSE의 70–83%를 담는다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재가중은 인과 비교엔 양쪽, 오프라인 비교엔 모집단 조건부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도달 범위도 Tᵢ 54–68% · V_rot 4–6%뿐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 — V_rot 스파이크는 컷되지 않은 채 남는다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블록(초기화 4개), 컷 run 2/4가 상한 종료,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shot별 표준화는 오프라인 형태 — 인과 EWMA 형태는 미측정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지표 비대칭 · 단일 장치 · 두 순환 계열 · conformal은 marginal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지연은 네트워크만, 전원 상태에 따라 2× 변동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범위: 페데스탈 상단 프레이밍, 이벤트-위상 분석은 후속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4526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9E8A"/>
                </a:solidFill>
                <a:latin typeface="Malgun Gothic"/>
              </a:rPr>
              <a:t>향후 — 남은 레버는 전부 데이터다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결론이 된다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① CES 피팅 품질 메타데이터 (χ²·신호 수준)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V_rot 스파이크도 같은 규칙으로 처리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② 원본 kHz Mirnov 특징 — V_rot 최상위 레버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윈도 RMS · 대역 파워 · 모드 수 · 모드 회전 주파수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아카이브 데이터로 검정 가능 (pilot→expand 사전등록)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③ NBI 토크 채널 확보 — 회전의 원인 변수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모델링이 아니라 데이터 획득 과제 · 양성 대조 존재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용량·긴 윈도는 이미 배제됐다 → 크기 축은 닫혔다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한 장 요약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항상 있는 빠른 진단으로 자주 비는 CES를 채우는, 엄격히 인과적인 가상 센서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Tᵢ는 미래를 쓰는 PCHIP를 두 모집단 4/4+4/4로 능가 (+0.17~+0.32), 인과 GP는 8/8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두 스트레스 생존: 결측 재가중 인과 대비 8/8 · 캠페인 분할 4/4+4/4 (윈도 대조군은 붕괴)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V_rot는 전역 동률 — 빠른 진단에 회전 정보가 없다는 Tᵢ↔V_rot 비대칭 (발견)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가치는 peak·간극에 집중 · CPU 1-step p99 1.61 ms · conformal 32/32 셀 우위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상한은 추정기가 아니라 정보: 21k = 백본(컷), 폭 26× 평평 → 다음은 데이터 레버 3종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