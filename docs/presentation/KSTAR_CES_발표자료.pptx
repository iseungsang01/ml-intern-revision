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Multimodal 신경망을 활용한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CES 결측 구간 예측 (Gap-filling / Nowcasting)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빠른 진단(BES · ECEI · Mirnov)과 과거 CES 이력으로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 ·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미래까지 보는 오프라인 보간(interpolation)을 이기는가를 통계적으로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KSTAR Charge Exchange Spectroscopy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63624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6362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6362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 &amp;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842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CES는 왜 자주 비는가 — 가상 센서의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0604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52344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5234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5234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 — 의도적으로 어려운 평가 bar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729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보는 오프라인 보간을 causal 모델로 이기기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4106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 &amp; 전처리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616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No-Fake-Data · per-target 마스킹 · 누수 방지 split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8348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29784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2978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2978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Multimodal 모델 아키텍처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040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진단별 인코더 + 이력 인코더 + target별 head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41732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63624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6362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6362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 (통계적 엄밀성)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842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3-way split · shot-clustered paired bootstrap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60604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52344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5234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5234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729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causal 압도 · Tᵢ 보간 유의 · Tᵢ↔V_rot 비대칭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9476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4106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616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정직한 결론과 통계적 검정력 한계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 &amp;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CES는 왜 자주 비는가 — 가상 센서의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진단 장치: 무엇을 측정하나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pedestal-top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주지만 느리고 자주 빈다.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빠른 진단(BES·ECEI·MC)은 항상 조밀하게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(타겟)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Charge Exchange Spectroscopy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(이온온도), V_rot (토로이달 회전)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수집 필요 → 느림 · 자주 결측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본 연구가 채우려는 대상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Beam Emission Spectroscopy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 의 공간 구조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Tᵢ 단서 (충돌 e–i 결합)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Electron Cyclotron Emission Imaging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 2D 영상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Tᵢ 단서 (Tₑ ↔ Tᵢ 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mode) 신호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ms(100 Hz)로 샘플 → kHz 모드 aliasing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 정보가 접혀(alias) 사라짐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V_rot 직접 정보 거의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비대칭(미리보기):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 (NBI 토크 미관측 + Mirnov aliasing). 이 가설이 결과에서 그대로 확인된다.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문제: CES는 왜, 얼마나 비는가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CES는 충분한 신호대잡음비(SNR)를 위해 광자를 오래 수집해야 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노출시간 · 신호품질 문제로 특정 시점 측정이 자주 누락됨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–  V_rot는 여기에 held(직전값 복사) 41.1%가 더해져 실질 65.0% 무정보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두 타겟은 서로 독립적으로 결측 → target별 처리 필요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빠른 진단(BES·ECEI·MC)은 같은 격자에서 100% 조밀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–  "항상 있는 빠른 진단"으로 "자주 비는 CES"를 채운다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기존 대안 UFCES의 한계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제한된 파장 채널 + 측정값→Tᵢ/V_rot 역산에 강한 물리 가정 필요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Multimodal AI 도입의 강점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결측 시점의 Tᵢ·V_rot를 데이터 기반으로 추정 (gap-filling)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강한 역산 가정 불필요 — 축대칭(axisymmetry) 수준만 가정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끊김 없는 연속 CES 가용성 → pedestal 물리 분석에 활용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결측 실측 집계: NaN 결측 + held(같은 값 padding)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무정보는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 — 전체 641 shot · 247,207 행 전수 집계.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77256"/>
            <a:ext cx="107442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왜 중요한가: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held 행은 baseline(persistence·보간)이 오차 ≈0으로 맞히는 ‘공짜 정답’이라 V_rot RMSE를 35~55% 낮춰 보이게 한다 → 평가는 genuine 관측만 사용, 학습은 유지.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연속 시간블록 안에서 직전 관측값과 부동소수점까지 동일한 행. CES_TI는 641 shot 전체에서 단 1행 — V_rot 고유의 계측 특성이다.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 &amp;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진단(BES·ECEI·MC) +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CES의 시간 보간(interpolation)이 복원할 수 없는 정보를 회복할 수 있는가?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 추정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 없이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메움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297180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 아님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채움 (nowcast)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2971800"/>
            <a:ext cx="91440" cy="2240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정직한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없음 → 직접검증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CES를 가린 뒤 복원 정확도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persistence·mean·보간과 target별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baseline을 이기면 결측 구간에서도 잘 복원할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없어(MNAR) 결측 지점 정확도를 단정하지 않는 — 정직한 추정.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의도적으로 어려운 평가 bar 설정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의도적으로 어려운 평가 bar: 미래를 보는 보간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보간(linear · PCHIP · local AR)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비교한다 — 이 보간들은 타겟 주변의 과거+미래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12140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우리 모델 (causal)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시점의 빠른 진단 (BES·ECEI·MC)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 (window = 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보지 않음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6596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6596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baseline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0604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양쪽의 과거 + 미래 CES 이웃 사용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 = pre-registered headline 기준선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0.5 s 이상 gap은 보간 거부 → persistence fallback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10881360" cy="14173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10424160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왜 이 정보 비대칭이 핵심인가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미래까지 보는 보간을 causal(과거만 보는) 모델이 이긴다면, 그것은 빠른 진단이 시간 보간으로는 얻을 수 없는 CES 정보를 운반한다는 강력한 증거다.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E8ECF1"/>
                </a:solidFill>
                <a:latin typeface="Malgun Gothic"/>
              </a:rPr>
              <a:t>미래 보간을 이기는 모델은 자명히 모든 causal baseline(persistence·AR)도 이긴다.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정직한 caveat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per-target RMSE/MAE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 대비 skill, mean 대비 R²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ces_history에서 타겟 시점은 완전 마스킹(누수 방지)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 아님 (MNAR)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 · ELM · 천이에서 drop-out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observed-only skill = 낙관적 bound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지점 정확도를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1 −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&gt; 0 이면 모델이 보간보다 우수 · = 0 이면 동률. 모든 오차는 물리 단위로 역정규화하여 target별 계산.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 &amp;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No-Fake-Data · 마스킹 · 누수 방지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852160" cy="4389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플라즈마 상태 타겟: H-mode ELM suppression (RMP 인가) — 수집 계획 기준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실제 파일: shot당 고정 30 s 구간 · 10 ms 격자 · 파일당 연속 블록 1–8개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샷 번호: 실제 #30801 ~ #32751 (계획: #24000 ~ #33000 우선)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하드웨어 이력 고려 (’17 MicroTCA, ’20 UFCES, ’23 W-divertor)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총 641개 shot CSV 파일 (저장소에는 미포함, gitignore)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진단 채널: BES 9 · ECEI 4 · Mirnov 2 · time 4 · ces_history 4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타겟: CES_TI, CES_VT (정규화된 2-벡터)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417320"/>
            <a:ext cx="512064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572768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샘플 1개의 구성 (window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103120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03120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(4, 9)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2103120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밀도요동 공간구조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1518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ecei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15184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(4, 4)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2615184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전자온도 2D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12724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mc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127248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(4, 2)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3127248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자기요동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639312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time_features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639312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(4, 4)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639312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불규칙 시간 인코딩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51376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ces_history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151376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(4, 4)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151376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이전 Tᵢ·V_rot + 관측 flag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663440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663440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(2,)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4663440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정규화 [Tᵢ, V_rot]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517550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target_mask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75504"/>
            <a:ext cx="1097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(2,)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5175504"/>
            <a:ext cx="1920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관측된 타겟만 손실 반영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계약(contract)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No Fake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선형보간 등으로 '가짜 데이터'를 만들지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진단 입력이 온전하고, 타겟 중 적어도 하나가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시점의 샘플만 사용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타겟만 관측된 행도 버리지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per-target masked MSE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각 샘플의 target_mask로 관측된 타겟만 손실 반영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타겟은 참값 없이 마스킹되어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기존 코드는 둘 다 관측해야만 사용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행의 ≈28%를 조용히 버리던 문제 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불규칙 시계열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제거로 시간 간격이 불규칙해짐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연속성 의존 LSTM 대신 1D CNN 지역패턴 추출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 4채널: lookback·delta·log1p×2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Late-Fusion Multimodal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섣불리 평균내어 공간특성 잃지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진단별 전용 인코더 → 마지막에 융합(concat)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두 정규화 CES 타겟 예측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split +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 (행 누수 방지)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 상관 때문에 행 단위 분할은 train/val 누수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pin (fixed_*_split.csv)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 불일치하면 예외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BES·ECEI·MC·타겟 per-channel z-score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 (val/test 누수 차단)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통계는 NaN-aware (관측값만) — CES는 sparse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model.py 내부에서는 절대 역정규화하지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ces_history (batch, 4, 4)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4채널: 이전 정규화 Tᵢ · 이전 정규화 V_rot · Tᵢ 관측flag · V_rot 관측flag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결측(≈8% / ≈24%) → 관측을 target별로 추적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타겟 시점(target timestep)은 값·flag 모두 0으로 완전 마스킹 → 자기 정답 누수 차단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샘플 구성: 연속 블록 → 윈도(W=4) → temporal subset 증강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블록 분할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≥ 0.5 s = 세그먼트 경계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641/641 shot에 존재 (파일당 ~2개, 간극 중앙값 6.3 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윈도·보간 모두 경계를 넘지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샘플 정의 (window W=4)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연속 4행 윈도, 마지막 행 = 예측 타겟 시점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입력(BES·ECEI·MC) 완전 + 타겟 ≥1개 관측 시 채택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시점 이력은 값·flag 모두 0 (누수 차단)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Temporal subset 증강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15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블록 내 이전 행들의 부분집합(combinations) 열거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타겟을 이력 2·3개짜리 변형으로도 학습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다양한 이력 밀도·간격 노출 → 결측 패턴에 강건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샘플 캡 — 조합 폭발 제어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15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seeded 랜덤 캡: train 200,000 / val 40,000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 CSV로 디스크에 pin → 완전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데이터 불일치 시 로드 거부(예외) — 조용한 drift 차단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8076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한 샘플 =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진단 3종(BES 9ch · ECEI 4ch · MC 2ch) + time_features 4ch + ces_history 4ch → 정규화 [Tᵢ, V_rot] 예측. 캡 외에는 어떤 라벨 행도 조용히 버리지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보정: held/stuck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후반 audit 발견: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약 54%가 held/forward-fill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(직전 관측값과 bit-identical, 같은 시간블록 내 최대 1214행 연속). V_rot의 native cadence가 행 cadence보다 느려 값이 carry-forward된 것 — 진짜 측정이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76072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●  CES_TI는 사실상 영향 없음 (held 0.0%)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499 / 641 shot 파일이 영향받음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평가: held 전 구간 채점 제외 (genuine-only가 headline)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학습도 오염 — 초기 '무해' 판정(단일 seed)을 4-seed paired가 뒤집음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–  held 제거 학습이 V_rot 4/4 개선 (평균 +0.039, 3/4 유의)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→ 현행 규약: 학습·평가 모두 제거 (CES_DROP_STUCK_TARGETS=1)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●  CES_TI는 genuine-only 평가에서도 4 seed 모두 PASS (강건)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 물리 RMSE는 held 값에 의해 deflated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971800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97180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보고(stuck포함)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97180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genuine RMSE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383280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38328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22.5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33832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35.0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94760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7947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24.7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79476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34.8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206240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062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30.0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2062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43.5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617720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61772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32.9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6177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074920"/>
            <a:ext cx="47548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670"/>
                </a:solidFill>
                <a:latin typeface="Malgun Gothic"/>
              </a:rPr>
              <a:t>held 타겟은 baseline 오차가 ≈0 → 보고 RMSE를 35~55% 끌어내림. 결론(Tᵢ↔V_rot 비대칭)은 그대로 유지.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 아키텍처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Multimodal Late-Fusion + target별 routing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Multimodal Late-Fusion + target별 routing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물리 기반 routing: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= 빠른진단+이력+시간 / V_rot = 이력+시간만. 총 파라미터 201,258개(≈0.20 M) — capacity가 아니라 일반화가 관건. 출력은 정규화 단위, 역정규화는 평가에서만.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진단별 time-aware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각 진단 + 시간 + 이력을 함께 1D Conv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불규칙 시계열에 강건 (LSTM 회피)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공간 채널 구조 보존 후 융합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History Encoder — 양방향 GRU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1층 bidirectional GRU (hidden 64)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마스킹된 타겟 시점이 window 안에 있어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양쪽 관측 이웃을 forward+backward로 취합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'학습된 보간'과 유사한 동작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관측-마스크 attention pooling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15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타겟별 독립 multi-head(4) additive attention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flag=1인 행에만 softmax 허용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'관측만 본다'는 보간의 귀납 편향 주입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0개 행은 전체 window로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target별 head + LayerNorm proj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1538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이력 요약을 타겟별 LN→Linear→GELU projection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head 384→160→64→1 / V_rot head 96→96→48→1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capacity가 아닌 일반화 lever (총 0.20 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8076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설계 교훈 (탐색에서 확인):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Pre-LayerNorm(안정성) + attention pooling이 가장 신뢰성 있는 개선. 무리한 capacity 확대는 overfit으로 오히려 악화.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어떻게 학습시켰나 —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3108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3108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함수 — per-target masked MSE + 물리 페널티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mask·(ŷ−y)² / Σ mask + 0.1·ReLU(z₀ − ŷ_Tᵢ)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target_mask로 관측된 타겟만 손실에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 독립 결측(≈8% / ≈24%) — 한쪽만 있어도 학습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ReLU 항 = '이온온도 &lt; 0 keV 불가' soft 물리 제약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(z₀ = 물리 0을 정규화 단위로 변환한 값)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 — 역정규화는 평가에서만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3108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3108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 (train.py)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AdamW — lr 1e-3, weight decay 1e-4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batch 512 · 10 epochs · 단일 GPU (선택적 AMP)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ReduceLROnPlateau(patience 2, ×0.5) — val masked MSE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gradient clipping max-norm 5.0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split seed와 init seed 분리 — 초기화 안정성 실험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실패(fail-loud) — 조용한 NaN 금지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0916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4632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모델 선택 절차 — keep/discard 통제 루프 (~40회 반복)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8523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변경은 딱 하나 → 처음부터 재학습 → 증강 없는 검증셋에서 보간 대비 skill로 채점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최고 기록을 넘으면 채택, 못 넘으면 직전 최고 모델로 복원 — 후퇴 위에 쌓지 않음 · TEST는 전 과정 봉인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통계적 엄밀성: split · 사전등록 · bootstrap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 +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6974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(train/val/test)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시작 전 예약, 선택 과정에서 절대 안 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→ 헤드라인은 winner's-curse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TEST(genuine, seed 42): 33,693 샘플 / 96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n: Tᵢ 32,787 (96 shot) · V_rot 10,729 (61 shot)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 포함 시 V_rot 27,437 — 민감도 확인용으로만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6974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 best-interpolation 규칙: headline = PCHIP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 평가 모집단: future-neighbor 없으면 persistence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 TEST floor: ≥15 shot &amp; ≥3,000 Tᵢ 샘플 (충족)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부트스트랩 구성: 95% CI가 0 제외 = 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97680"/>
            <a:ext cx="598932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25696"/>
            <a:ext cx="55321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공정성 보장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arm(모델+모든 baseline)을 동일한 (file, row) 샘플 집합 · 동일 per-target keep mask로 채점 — 어떤 arm도 thinning 되지 않음.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보간은 타겟 자신의 값을 제외하고 이웃만 읽음(누수 없음). 0.5 s+ 세그먼트 경계(641/641 shot, 간극 중앙값 6.3 s)는 넘지 않고 persistence 값으로 예측 — 커버리지 축소 없음.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297680"/>
            <a:ext cx="5029200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4389120"/>
            <a:ext cx="4663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‘왜 PCHIP를 골랐나?’ — baseline을 바꿔도 결론 불변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471830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B6670"/>
                </a:solidFill>
                <a:latin typeface="Malgun Gothic"/>
              </a:rPr>
              <a:t>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71830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B6670"/>
                </a:solidFill>
                <a:latin typeface="Malgun Gothic"/>
              </a:rPr>
              <a:t>vs PCHIP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71830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B6670"/>
                </a:solidFill>
                <a:latin typeface="Malgun Gothic"/>
              </a:rPr>
              <a:t>vs linear (더 강함)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502920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Consolas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502920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Consolas"/>
              </a:rPr>
              <a:t>+0.179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502920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B6670"/>
                </a:solidFill>
                <a:latin typeface="Consolas"/>
              </a:rPr>
              <a:t>+0.148 n.s.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531266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Consola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31266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Consolas"/>
              </a:rPr>
              <a:t>+0.197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531266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Consolas"/>
              </a:rPr>
              <a:t>+0.167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5596127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596127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Consolas"/>
              </a:rPr>
              <a:t>+0.280 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5596127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Consolas"/>
              </a:rPr>
              <a:t>+0.259 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5879591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Consolas"/>
              </a:rPr>
              <a:t>123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5879591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Consolas"/>
              </a:rPr>
              <a:t>+0.263 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5879591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Consolas"/>
              </a:rPr>
              <a:t>+0.234 PASS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6190487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B6670"/>
                </a:solidFill>
                <a:latin typeface="Malgun Gothic"/>
              </a:rPr>
              <a:t>genuine 기준 3/4 PASS(시드 42 n.s.도 명시) · held 포함 4/4.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Shot-clustered paired bootstrap — 왜 shot이 단위인가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불확실성을 크게 과소평가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검정: per-sample paired error (SE_model −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묶고, shot 전체를 복원추출(B=10,000, seed 12345)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 =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→ CI가 within-shot 가짜 복제가 아닌 진짜 shot-to-shot 일반화 반영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split-seed 변동은 2차 안정성 점검일 뿐, headline CI에 풀링하지 않음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→ 자기상관, 가짜 복제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→ 독립 복제의 단위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shot · V_rot ≈ 91 shot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적은 shot 수가 모든 유의성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판정의 구속 조건 (검정력 한계)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causal 압도 · Tᵢ 보간 유의 · 비대칭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causal baseline을 큰 폭으로 압도 (강건한 결과)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64" y="1325880"/>
            <a:ext cx="10876912" cy="4023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440680"/>
            <a:ext cx="10881360" cy="868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두 타겟 모두 모델 RMSE가 사다리에서 최저.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persistence·AR(causal) 대비 큰 마진으로 우수 — 온라인/실시간 환경에서 모델이 명확한 승자. 보간(PCHIP/Linear)보다도 point estimate는 앞섬.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보간 대비 headline — 최종 모델, 4 seed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730" y="1280160"/>
            <a:ext cx="9163779" cy="35661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828032"/>
            <a:ext cx="5486400" cy="15361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828032"/>
            <a:ext cx="91440" cy="15361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PASS (강건)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340096"/>
            <a:ext cx="5102352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4개 독립 split 모두 CI &gt; 0 (1/7/123은 선택 밖 복제)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genuine +0.18 ~ +0.28 · held 포함 평가에서도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사후 GP 팔(최강 오프라인, PCHIP에 4/4 승)과는 동률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 사전등록 headline 유지 · 인과(배치) 주장 무영향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828032"/>
            <a:ext cx="5486400" cy="15361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828032"/>
            <a:ext cx="91440" cy="153619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340096"/>
            <a:ext cx="5102352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PASS는 seed 1 하나뿐 (1/4 = 잡음이 낼 수 있는 수준)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point estimate는 4 seed 모두 +지만 승리 주장 안 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Tᵢ↔V_rot 비대칭 (다음 슬라이드)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정직한 진전: n.s. → 통계적으로 유의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65345"/>
            <a:ext cx="6583680" cy="27845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06640" y="1508760"/>
            <a:ext cx="4297680" cy="4389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664208"/>
            <a:ext cx="3931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무엇이 달라졌나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194560"/>
            <a:ext cx="393192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●  기존 baseline(iter2)은 단일 split에서 +0.088, n.s.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아키텍처 선택 게이트를 val loss → clean skill_vs_pchip으로 교체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→ GRU 이력인코더 + target별 multi-head attention head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최종(iter5): +0.19~+0.28, 4 seed 모두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왜 clean skill인가: 증강 val loss는 쉬운 구간이 복제돼 평활화를 보상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→ 평활한 예측은 보간이 이미 잘하는 영역. 보고 지표로 직접 채점해야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   보간이 약한 곳(peak·gap)에서 이기는 모델이 선택됨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Gap별 분석 — 4분할 통합: 비인접 영역에서도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seed별로는 넓은 Δt 구간 표본이 수십 개뿐 → 4개 test 분할을 합치고 물리적 shot 단위로 군집화해 처음으로 CI를 붙였다. PCHIP은 미래 앵커를 읽고 persistence는 읽지 않는다 (Tᵢ, genuine).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28799"/>
            <a:ext cx="11201400" cy="42062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Δt 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874519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74519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PCHIP (미래 사용)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874519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persistence (인과)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86000"/>
            <a:ext cx="112014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2331720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134,629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331720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+0.262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331720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+0.407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24912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770632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(15, 25]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770632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2,987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770632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+0.183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770632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+0.384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63824"/>
            <a:ext cx="112014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09544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(25, 35]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209544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784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209544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+0.402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209544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+0.564 PASS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60273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48456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(55, 105]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3648456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163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64845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+0.282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648456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+0.287 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41648"/>
            <a:ext cx="112014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&gt; 105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51760" y="4087368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167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087368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onsolas"/>
              </a:rPr>
              <a:t>−0.542 (PCHIP 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087368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Consolas"/>
              </a:rPr>
              <a:t>+0.266 n.s.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480559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26279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전체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4526279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4,496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4526279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+0.191 PASS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526279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Consolas"/>
              </a:rPr>
              <a:t>+0.388 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19472"/>
            <a:ext cx="112014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965192"/>
            <a:ext cx="18288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전체 &gt; 45 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51760" y="4965192"/>
            <a:ext cx="16459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Consolas"/>
              </a:rPr>
              <a:t>435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4965192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−0.057 n.s.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965192"/>
            <a:ext cx="3291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Consolas"/>
              </a:rPr>
              <a:t>+0.271 PASS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166360"/>
            <a:ext cx="10881360" cy="1097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248656"/>
            <a:ext cx="105156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 — Δt&gt;15 ms 전체에서 미래를 쓰는 PCHIP에도 유의 승. ② &gt;105 ms는 양측 보간의 영역(실시간엔 없는 것) — 인과 대비로는 열세 없음. ③ V_rot도 인과 대비로는 전 구간 유의 승 (≤15 ms +0.368 · &gt;15 ms +0.309).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1408"/>
            <a:ext cx="6583680" cy="31838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417320"/>
            <a:ext cx="4434840" cy="4572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5727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물리적 해석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402336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Tᵢ: 빠른 진단이 진짜 정보 운반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충돌 e–i 결합 (t_ei ∝ Tₑ^1.5/nₑ) → ECEI(Tₑ)+BES(nₑ)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fast-only도 persistence 능가 (+0.372)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V_rot: 정보는 거의 전적으로 과거 CES 이력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토로이달 회전은 미관측 NBI 토크가 주도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Mirnov 100 Hz 순간샘플 → kHz 모드 소실 (lag-1 r=−0.01)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fast-only V_rot = −0.64 (persistence보다 나쁨)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‘Tₑ가 NBI 가열을 대리한다’ 가설도 기각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shot간 Tₑ~Tᵢ r=+0.35 (p~1e−17) — 경로는 실재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그러나 Tₑ~V_rot r=+0.02 (p=0.58) — 전달 안 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V_rot의 비-승리는 실패가 아니라 발견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모델의 우위는 '고변동(peak) 구간'에 집중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2084"/>
            <a:ext cx="6400800" cy="29310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23760" y="1463040"/>
            <a:ext cx="448056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1618488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어디서 가치를 버는가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148840"/>
            <a:ext cx="411480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peak = 입력 기반 고-국소활동 이웃 (타겟 행 제외)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pointwise 극값이 아니라 보수적 영역 proxy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Tᵢ: global +0.272 → peak +0.702 (PASS)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보간은 매끄러운 bulk에서 거의 최적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V_rot: global +0.131 → peak +0.438 (PASS)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global은 약하지만 peak에서는 통과 — 비대칭은 regional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Tᵢ ablation: peak에서 빠른진단 제거 시 큰 손해 (유의)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구간을 눈으로 — held-out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pic>
        <p:nvPicPr>
          <p:cNvPr id="10" name="Picture 9" descr="fig_transient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3717"/>
            <a:ext cx="6355080" cy="497866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95160" y="1463040"/>
            <a:ext cx="470916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1618488"/>
            <a:ext cx="4297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실제로 벌어지는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148840"/>
            <a:ext cx="429768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빠른 진단이 급변을 먼저 본다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BES 급락(빨간 점선)이 CES crash와 정렬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●  PCHIP는 스파이크마다 overshoot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과거+미래를 다 보는 오프라인 보간인데도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모델은 과거 CES + 빠른 진단만 쓰는 causal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Tᵢ: RMSE 210 vs PCHIP 263 → skill +0.36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●  V_rot: skill +0.20 — 이 shot은 두 타겟 모두 승리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peak 구간 Tᵢ skill +0.63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●  단, 보간을 이기는 건 test 43/89 shot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우위는 gap·peak에 집중 (결과 ④⑥와 일관)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window 민감도 sweep — 'W=4여야 하는가'에 답하다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 + history-0 =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. 발표 모델(iter009) 고정, W만 변화 — 매 run 자체의 held-out TEST skill_vs_pchip. held 제거 학습·평가, seed별 test shot 96개는 모든 W에서 동일(검증됨).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말하는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−0.026 (보간에 짐) · V_rot −0.78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→ 빠른 진단만으론 보간에 못 미친다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전부를 만든다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· V_rot +0.206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두 타겟 모두 이후 평탄 (추세 없음)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구간 폭 &lt; seed 산포 0.07~0.16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W&gt;2의 근거는 skill 아닌 커버리지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긴 gap 샘플 채점 수 4~10배 (V_rot)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W=4는 근거 없이 쓰던 기본값이었고 두 타겟 모두 W=2/3보다 낮다 → 이 곡선으로 W=2를 선택. </a:t>
            </a:r>
            <a:r>
              <a:rPr sz="1250" b="0" i="1">
                <a:solidFill>
                  <a:srgbClr val="5B6670"/>
                </a:solidFill>
                <a:latin typeface="Malgun Gothic"/>
              </a:rPr>
              <a:t>1차 실험의 'V_rot은 긴 window가 필요하다'는 held 오염이 짧은 window를 벌해서 생긴 착시였다.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테스트 2종 — 어느 주장이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35608"/>
            <a:ext cx="4059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43560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PCHIP (오프라인·미래)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435608"/>
            <a:ext cx="3282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persistence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4708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무작위 분할 · 관측 지점 (headline)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47088"/>
            <a:ext cx="34198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+0.18~+0.28 · 4/4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47088"/>
            <a:ext cx="328269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+0.35~+0.42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1305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11201400" cy="5486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39572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진짜 결측 지점으로 재가중 (MNAR)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95728"/>
            <a:ext cx="34198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0392B"/>
                </a:solidFill>
                <a:latin typeface="Malgun Gothic"/>
              </a:rPr>
              <a:t>+0.06~+0.21 · 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395728"/>
            <a:ext cx="328269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+0.29 · 4/4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94436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캠페인 시간 분할 (미래 방전)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944368"/>
            <a:ext cx="34198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0392B"/>
                </a:solidFill>
                <a:latin typeface="Malgun Gothic"/>
              </a:rPr>
              <a:t>−0.15~+0.05 · 0/4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944368"/>
            <a:ext cx="328269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+0.12~+0.28 (V_rot 4/4)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103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675888"/>
            <a:ext cx="1115568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●  오프라인 보간 대비 우위는 무작위 분할·관측 모집단의 성질 — 배치 주장은 인과 우위로 좁힌다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MNAR 재가중 부산물: W=4에서 진짜 결측 Tᵢ의 54.1% · V_rot의 4.8%만 도메인 내 (커버리지 한계 → reach 확장 지목)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캠페인 손실의 원인을 측정: 드리프트 BES 1.22σ · ECEI 0.53σ vs CES 타겟 0.115σ — 보간 대비 우위를 사는 고속 진단 경로가 5~11배 더 이동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→ 지목된 수리: 고속 진단의 shot별(인과) 표준화 — 누수 없음 · 실행 시점 가용 · 절충은 다음 통제 실험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V_rot조차 캠페인 분할에서 persistence를 4/4 유의 승 — '실패한 타겟'이 아니라 '의미 있는 비교가 인과뿐인 타겟'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 — 주장이 아니라 측정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지연시간 — CPU에서 10 ms 예산 안에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batch-1 p99 = 6.4 ms (W=4) · 중앙값 2.8 ms — 주기의 64%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반직관: CUDA는 batch 1에서 ~8× 느림 (p99 43–72 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0.2M 파라미터로는 커널 실행 오버헤드를 못 상쇄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실무 지침: 제어 컴퓨터의 CPU에서 돌려라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(측정 2방식 — 호출별·amortized — 일치)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val에서 캘리브레이션 · 예측기 불변 · 분포 무가정 (α=0.10)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동일 절차를 PCHIP·persistence에도 적용한 공정 비교에서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구간이 8/8 시드·타겟 조합 Winkler 점수 승 (~0.80×)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정직한 실패: 커버리지는 주변적 — shot별 50~100% 산포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(shot-조건부 보정은 현 shot 수로 불가함을 명시)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40480"/>
            <a:ext cx="1120140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404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5020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복잡도 사다리 — '너무 복잡하다'에 측정으로 답한다 (§8k)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52544"/>
            <a:ext cx="1081735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완전 해석 가능한 앵커+Δ 모델(1,258 파라미터 = 0.6%; 항별 분해 가능; persistence에서 정확히 출발)을 같은 4분할에 올리면: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 −0.272  →  앵커+Δ −0.113  →  전체 모델 +0.234 (Tᵢ 평균)  — 해석 가능한 형태가 Tᵢ 마진의 31.5%(V_rot 7%)를 회수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남은 20만 파라미터가 사는 것은 비선형·비국소 구조라고 정량적으로 말할 수 있다 (28~36%로 4분할 일관).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정직한 결론과 다음 단계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정직한 결론 (4가지)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572768"/>
            <a:ext cx="768096" cy="76809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2768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36192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CES_TI: 미래 보간도 유의하게 능가 (관측 모집단 headline)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47672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genuine skill_vs_pchip +0.18~+0.28, 4개 독립 분할 모두 shot-clustered 95% CI가 0 제외. held 포함/제외 두 평가 모집단 모두에서 생존, 비인접 영역(Δt&gt;15 ms)까지 포함.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24328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779776"/>
            <a:ext cx="768096" cy="76809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9776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43200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배치 주장은 인과 우위 — 스트레스 테스트 2종을 생존하는 유일한 주장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54680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 재가중(+0.29, 4/4)과 캠페인 시간 분할(+0.22; V_rot 4/4)을 통과. 오프라인 보간 대비 우위는 어느 쪽도 통과 못함(1/4, 0/4) — 온라인 가상 센서의 경쟁 상대는 persistence다.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986784"/>
            <a:ext cx="768096" cy="76809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86784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CES_VT: 보간과 동률 (PASS 1/4 = 잡음 수준)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61688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point estimate는 4 seed 모두 +지만 승리 주장 안 함. 단 인과 대안은 캠페인 분할에서도 4/4 유의하게 이김 — 회전은 실패한 타겟이 아니라 의미 있는 비교가 인과뿐인 타겟.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38344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5193792"/>
            <a:ext cx="768096" cy="76809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93792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57216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Tᵢ ↔ V_rot 비대칭 = 과학적 기여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68696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10 ms에서 Tᵢ 정보는 운반하나(fast-only +0.37) V_rot 정보는 거의 없음(fast-only −0.64; NBI 토크 미관측 + Mirnov aliasing 실측). 물리로 예측되고 ablation으로 확인됨.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"Mirnov를 더 잘 쓰면 V_rot이 되지 않나?" — 검증된 음성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356" y="1280160"/>
            <a:ext cx="8428808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645152"/>
            <a:ext cx="3566160" cy="15910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645152"/>
            <a:ext cx="91440" cy="159105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7548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① 진단 (실측)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157216"/>
            <a:ext cx="3182112" cy="9509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MC = 100 Hz 격자의 순간 dB/dt 스냅샷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lag-1 r: MC −0.01 vs BES +0.57 · ECEI +0.57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kHz 모드가 무작위 위상으로 접혀 소실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4645152"/>
            <a:ext cx="3566160" cy="15910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8" y="4645152"/>
            <a:ext cx="91440" cy="159105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47548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시도와 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5157216"/>
            <a:ext cx="3182112" cy="9509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인과 파생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셔플 대조군: 적분 n.s. · |MC|↔Tᵢ 천이 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학습 개선 없음 (Tᵢ 평균 −0.074, 4/4 음수)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5" y="4645152"/>
            <a:ext cx="3566160" cy="15910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7575" y="4645152"/>
            <a:ext cx="91440" cy="15910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47548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함의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5157216"/>
            <a:ext cx="3182112" cy="9509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부수: V_rot이 분할 시드 따라 −0.15~+0.86 요동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소규모 학습에선 V_rot 단일 수치 측정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레버는 NBI 토크 확보 · 원본 kHz Mirnov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7.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"Tₑ가 NBI 가열을 대리하니 V_rot도 담기지 않나?" — 가설과 기각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충분히 가능한 경로다.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 — 데이터로 직접 검정했다.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 → 전자 가열 → Tₑ 상승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∴ Tₑ는 NBI power의 간접 대리 변수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→ ECEI가 V_rot 정보를 운반해야 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 존재 여부를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2.9e−17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−0.026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−0.059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양수인데, Tₑ~CES_VT는 +0.006으로 부호조차 무작위다 (|r|&gt;0.3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참이고,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건 사실이다 (Tᵢ와 r = +0.35). 그런데 바로 그 Tₑ가 V_rot과는 무관하다 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 — 토크는 빔 에너지·접선 반경·주입 각도에 의존해 power와 분리되고, 회전은 운동량 수송과 경계 제동(NTV·오차장·벽 마찰)에 지배된다.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4480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109728" cy="4480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72768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0392B"/>
                </a:solidFill>
                <a:latin typeface="Malgun Gothic"/>
              </a:rPr>
              <a:t>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507492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통계적 검정력: test shot ≈ 96(Tᵢ)/61(V_rot genuine) — 모든 유의성의 구속조건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MNAR: 관측 지점 채점은 낙관 상한 — 재가중으로 정량화(결과 ⑧): 인과 우위만 생존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커버리지: W=4에서 진짜 결측 Tᵢ 54.1% · V_rot 4.8%만 도메인 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캠페인 전이: 시간 분할에서 오프라인 보간 우위 소멸(0/4) — 원인 측정, 수리 미실행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불확실성 구간은 주변적으로만 보정 (shot별 50~100%)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metric 비대칭: 보간은 full-shot 이웃, 모델은 W=4 · &gt;105 ms는 양측 보간 우세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단일 장치·단일 모델 계열 (window·CT 인코더 민감도는 특성화 완료)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480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109728" cy="4480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72768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9E8A"/>
                </a:solidFill>
                <a:latin typeface="Malgun Gothic"/>
              </a:rPr>
              <a:t>향후 연구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03120"/>
            <a:ext cx="507492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음성 결과는 뒤집을 측정을 지목할 때만 보고 — 세 레버 전부 자체 측정으로 지목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① 이력 reach 확장: 슬롯 2~3개 유지 + 더 넓은 span — 커버리지(54.1%/4.8%) 직접 개선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② 원 kHz Mirnov window 특징(RMS·대역 파워·모드 번호) — V_rot 최대 레버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   (100 Hz 무필터 데시메이션이 파괴한 정보의 상류 복원)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③ NBI 토크 데이터 확보 — 회전의 원인 변수 (액추에이터 입력 시 회전 예측 가능: 양성 대조군 존재)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④ 고속 진단 shot별 표준화 — 캠페인 전이 수리 (통제 실험 설계 완료)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다중 캠페인 확장 → 검정력 직접 보강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한 장 요약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항상 있는 빠른 진단으로 자주 비는 CES를 채우는 데이터 기반 가상 센서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CES_TI는 미래까지 보는 보간을 4 seed 모두 유의하게 능가 (genuine +0.18~+0.28)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배치 주장은 인과 우위 — 결측 재가중·캠페인 분할을 생존하는 유일한 주장 (+0.29/+0.22)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CES_VT는 보간과 동률 — 빠른 진단에 회전 정보가 없다는 Tᵢ↔V_rot 비대칭 (발견)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가치는 고변동(peak) 구간에 집중 · CPU p99 6.4 ms로 실시간 · conformal 구간 8/8 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데이터 품질 감사(held 54% → 학습·평가 제거 규약) + 선택 게이트 교체가 유의를 만듦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