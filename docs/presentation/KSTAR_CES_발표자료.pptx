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동급(+0.002)이고 폭 34k→879k는 평평하며, 1,808 파라미터 tcn2k도 인과 GP를 4/4로 이긴다. 남은 셋은 CES 피팅 품질 메타데이터, 원본 kHz Mirnov, NBI 토크 채널이다.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