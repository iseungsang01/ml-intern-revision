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notesMaster" Target="notesMasters/notesMaster1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THESIS_RESULTS.md 8e / 8b.2 / 8f / 8k / 8u / 8x / 8ad이다. 연속시간 인코더는 코드가 2026-08-09에 제거되었고 판정만 남아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8d / 8t / 8x / 8y / 8z / 8aa / 8ab / 8ai이다. v3는 val에서 2/2 유의였으나 TEST에서 1/4에 그쳐 규칙대로 미승격하였다.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8ag / 8ai / 8ak / 8af / 8al / 8am 부록 / 8p / 8m / 8ap · 8at이며, 마지막 행은 진행 중인 B.11(PREREGISTRATION_B11.md)이다.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8ag / 8ai / 8ak / 8af / 8al / 8am 부록 / 8p / 8m / 8ap · 8at이며, 마지막 행은 진행 중인 B.11(PREREGISTRATION_B11.md)이다.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이분산 신경망 대리모델 (Thomson): https://arxiv.org/abs/2608.19377</a:t>
            </a:r>
          </a:p>
          <a:p>
            <a:r>
              <a:t>- KSTAR XICS 실시간 Ti 측정: https://doi.org/10.1016/j.fusengdes.2023.113570</a:t>
            </a:r>
          </a:p>
          <a:p>
            <a:r>
              <a:t>- TorbeamNN (KSTAR PCS 실장): https://arxiv.org/abs/2504.11648</a:t>
            </a:r>
          </a:p>
          <a:p>
            <a:r>
              <a:t>- KSTAR UFO 사건 예측 (NF 2026): https://doi.org/10.1088/1741-4326/ae91fc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이분산 신경망 대리모델 (Thomson): https://arxiv.org/abs/2608.19377</a:t>
            </a:r>
          </a:p>
          <a:p>
            <a:r>
              <a:t>- KSTAR XICS 실시간 Ti 측정: https://doi.org/10.1016/j.fusengdes.2023.113570</a:t>
            </a:r>
          </a:p>
          <a:p>
            <a:r>
              <a:t>- TorbeamNN (KSTAR PCS 실장): https://arxiv.org/abs/2504.11648</a:t>
            </a:r>
          </a:p>
          <a:p>
            <a:r>
              <a:t>- KSTAR UFO 사건 예측 (NF 2026): https://doi.org/10.1088/1741-4326/ae91fc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이분산 신경망 대리모델 (Thomson): https://arxiv.org/abs/2608.19377</a:t>
            </a:r>
          </a:p>
          <a:p>
            <a:r>
              <a:t>- KSTAR XICS 실시간 Ti 측정: https://doi.org/10.1016/j.fusengdes.2023.113570</a:t>
            </a:r>
          </a:p>
          <a:p>
            <a:r>
              <a:t>- TorbeamNN (KSTAR PCS 실장): https://arxiv.org/abs/2504.11648</a:t>
            </a:r>
          </a:p>
          <a:p>
            <a:r>
              <a:t>- KSTAR UFO 사건 예측 (NF 2026): https://doi.org/10.1088/1741-4326/ae91fc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이분산 신경망 대리모델 (Thomson): https://arxiv.org/abs/2608.19377</a:t>
            </a:r>
          </a:p>
          <a:p>
            <a:r>
              <a:t>- KSTAR XICS 실시간 Ti 측정: https://doi.org/10.1016/j.fusengdes.2023.113570</a:t>
            </a:r>
          </a:p>
          <a:p>
            <a:r>
              <a:t>- TorbeamNN (KSTAR PCS 실장): https://arxiv.org/abs/2504.11648</a:t>
            </a:r>
          </a:p>
          <a:p>
            <a:r>
              <a:t>- KSTAR UFO 사건 예측 (NF 2026): https://doi.org/10.1088/1741-4326/ae91fc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이분산 신경망 대리모델 (Thomson): https://arxiv.org/abs/2608.19377</a:t>
            </a:r>
          </a:p>
          <a:p>
            <a:r>
              <a:t>- KSTAR XICS 실시간 Ti 측정: https://doi.org/10.1016/j.fusengdes.2023.113570</a:t>
            </a:r>
          </a:p>
          <a:p>
            <a:r>
              <a:t>- TorbeamNN (KSTAR PCS 실장): https://arxiv.org/abs/2504.11648</a:t>
            </a:r>
          </a:p>
          <a:p>
            <a:r>
              <a:t>- KSTAR UFO 사건 예측 (NF 2026): https://doi.org/10.1088/1741-4326/ae91fc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행은 통제 변수가 하나이며, TEST를 여는 팔은 사전등록 뒤에만 실행한다(§8j).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이분산 신경망 대리모델 (Thomson): https://arxiv.org/abs/2608.19377</a:t>
            </a:r>
          </a:p>
          <a:p>
            <a:r>
              <a:t>- KSTAR XICS 실시간 Ti 측정: https://doi.org/10.1016/j.fusengdes.2023.113570</a:t>
            </a:r>
          </a:p>
          <a:p>
            <a:r>
              <a:t>- TorbeamNN (KSTAR PCS 실장): https://arxiv.org/abs/2504.11648</a:t>
            </a:r>
          </a:p>
          <a:p>
            <a:r>
              <a:t>- KSTAR UFO 사건 예측 (NF 2026): https://doi.org/10.1088/1741-4326/ae91fc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초록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배경.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KSTAR의 전하교환분광(CES)은 페데스탈 물리의 핵심량인 이온온도 Tᵢ와 토로이달 회전 V_rot를 제공하지만, 광자 적분이 필요하여 10 ms 격자에서 Tᵢ 8.2%, V_rot 23.9%가 결측되고 V_rot 관측값의 54%는 계측기 유지값(held)이다. 빔방출분광(BES)·전자사이클로트론방출영상(ECEI)·Mirnov 코일은 같은 격자에서 결측 없이 측정된다.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방법.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641개 방전(247,207행)에서 빠른 진단과 과거 CES 이력만을 입력으로 하는 전체격자 인과 시퀀스 모델 seq_v2(357,570 파라미터)를 학습하고, 미래 이웃까지 읽는 오프라인 보간(PCHIP)과 배치 가능한 최강 인과 기준선(인과 GP)을 상대로 shot 군집 paired bootstrap(B = 10,000)으로 검정하였다. held 값은 학습·평가에서 전부 제거하였고, Tᵢ &gt; 3 keV 피팅 실패의 처리 방식(컷 / 포함)을 두 공동 1차 모집단으로 사전등록하였다.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Tᵢ는 두 모집단 모두에서 4개 독립 분할 전부 PCHIP를 유의하게 능가하였고(skill 컷 +0.17~+0.26, 포함 +0.23~+0.32), 인과 GP도 8/8 셀에서 이겼으며, 결측 재가중과 캠페인 시간 분할의 두 스트레스를 생존하였다. V_rot는 전역 동률로 나타났고, 빠른 채널을 0으로 두어도 출력이 동일하여 정보 부재가 구조적으로 확인되었다. 도달 범위 사다리에서는 연속 인과 문맥 약 50 ms에서 skill이 포화하고 승리 방전 비율이 0.52에서 0.66으로 상승하였으며, 순환·확장 합성곱·attention의 세 계열은 같은 문맥에서 0.023 이내로 동률이었다. 온라인 단계 비용은 파라미터가 아니라 디스패치 연산자 수에 비례하였다(연산자당 2–3 µs).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결론.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시간 보간이 복원할 수 없는 Tᵢ 정보를 운반하고, 성능 상한은 모델 크기가 아니라 정보에 있으며, 남은 개선 레버는 CES 피팅 품질 메타데이터·원본 kHz Mirnov·NBI 토크 채널의 데이터 획득이다.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용어 정리 — 본문에서 반복되는 표현의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용어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362456"/>
            <a:ext cx="8677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3736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 / BES / ECEI / Mirnov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73736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전하교환분광(타깃 Tᵢ·V_rot) / 빔방출분광(밀도요동) / 전자사이클로트론방출영상(전자온도) / 자기요동 코일(dB/dt)이다.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39696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1284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나우캐스팅(nowcasting)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1284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미래를 예보하는 것이 아니라, 이미 지난 시점의 빈 값을 그 시점까지의 정보로 채우는 문제이다.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056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8833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8833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1 - MSE_model / MSE_baseline 이다. 0보다 크면 모델이 기준선보다 낫고, 0이면 동률이다.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90672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16382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/ 인과 GP /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6382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이웃까지 읽는 단조 3차 보간 / 과거 이웃 16개만 읽는 가우시안 과정 / 직전 관측값 유지이다.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566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931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39312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직전 관측값과 비트 단위로 동일한 행이며, 독립 측정이 아니므로 학습·평가에서 제거하였다.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321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41648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1480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/ 포함 모집단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11480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&gt; 3 keV(피팅 실패)를 결측으로 처리한 모집단 / 처리하지 않은 모집단이며, 둘 다 공동 1차로 보고한다.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9028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n/4 ·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59028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4개 독립 분할 중 shot 군집 95% 신뢰구간이 0을 제외한 분할의 수이며, 제외하면 PASS이다.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983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992624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06577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범위(reach) · 문맥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506577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실제로 읽는 연속 과거 스텝 수이며, 10 ms 격자에서 스텝 × 10 ms가 문맥 길이이다.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585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54126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디스패치 연산자 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54126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온라인 1스텝에서 실행되는 저수준 연산(aten::)의 개수이며, 본 연구에서 지연 시간의 실측 단위이다.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34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27048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 결측의 실태와 두 모집단의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34056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읽는 보간과 최강 인과 기준선을 상대로 한 검증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48072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seq_v2와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27048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34056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도달 범위 사다리 · 계열 비교 · 연산자 비용 · 승패 방전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64808" y="5148072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결론·한계·향후 연구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정보에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 결측의 실태와 두 모집단의 필요성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진단 장치 구성: CES는 느리고 자주 비며, 빠른 진단은 같은 격자에서 결측이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페데스탈 상단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제공하지만 느리고 자주 결측된다.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BES·ECEI·Mirnov는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전하교환분광(Charge Exchange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Tᵢ(이온온도)와 V_rot(토로이달 회전)를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적분이 필요하여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연구가 복원하려는 대상이다.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빔방출분광(Beam Emission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nₑ의 공간 구조를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충돌 e–i 결합을 통해 Tᵢ의 단서가 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전자사이클로트론방출영상이다.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Tₑ의 2차원 영상을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Tₑ–Tᵢ 결합을 통해 Tᵢ의 단서가 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모드) dB/dt를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신호가 100 Hz로 데시메이트되어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자기상관이 -0.009이다(BES +0.568).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모드 회전 정보는 상류에서 소실되었다.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비대칭의 예고: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않는다고 예측되었고(NBI 토크 미관측, Mirnov 앨리어싱), 이 가설은 결과에서 그대로 확인되었다.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 정의: CES 결측의 원인과 규모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노출·신호품질 문제로 특정 시점의 측정이 자주 누락된다.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–  V_rot는 held(직전값 복사) 41.1%가 더해져 실질 무정보 비율이 65.0%에 이른다.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두 타깃은 서로 독립적으로 결측되므로 타깃별 처리가 필요하다.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결측은 물리적으로 흥미로운 순간(저신호·ELM·천이)에 집중된다.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따라서 결측은 무작위가 아니며(MNAR), 관측점 skill은 낙관적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결측이 없다.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본 연구는 항상 존재하는 빠른 진단으로 자주 비는 CES를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결측 시점의 Tᵢ·V_rot를 데이터로 추정한다(gap-filling).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강한 역산 가정 없이 축대칭 수준만 가정한다.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끊김 없는 CES 가용성은 페데스탈 물리 분석과 실시간 활용을 가능하게 한다.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질문과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진단(BES·ECEI·Mirnov)과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있는가를 묻는다.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기반으로 추정한다.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가정을 두지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채우는 nowcast이다.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CES를 가린 뒤 복원 정확도를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 각각에서 타깃별로 채점한다.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기준선을 이기면 결측 구간에서도 복원이 유효할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없으므로(MNAR) 결측 지점의 정확도를 단정하지 않고, 결측 분포로 재가중하여 얼마나 살아남는지를 측정하였다.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선행 연구와의 위치: 계보를 잇고 세 축으로 확장한다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교차 진단 재구성은 활발한 계열이며, 본 연구는 그 프로그램을 이어받아 세 축에서 확장한다.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44752"/>
            <a:ext cx="11164824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08760"/>
            <a:ext cx="2642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선행 연구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08760"/>
            <a:ext cx="4014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08760"/>
            <a:ext cx="40690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본 연구가 다른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65376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Diag2Diag (Nat. Commun.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865376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동시각 진단들로부터 Thomson Tₑ·nₑ를 요동 진단 속도로 합성한다.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865376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타깃이 전자 물리량이고 CES는 입력이며, 기억이 없다.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8104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290572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363724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COMPASS 시간 초해상 (PPCF 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363724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복사 진단으로 Thomson 프로파일을 시간 초해상한다.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363724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전자 채널이고 비인과이며 보간을 기준선으로 두지 않는다.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77939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862072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RTCAKENN (NF 2024, DIII-D)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862072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실시간 운동학 프로파일을 재구성하고 입력 소실을 견딘다.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862072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결측이 입력의 강건성 조건이지 타깃의 희소성이 아니다.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277743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287268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360420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EAST XCS → Tᵢ·회전 (NF 2024)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360420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두 물리량을 X선 결정 분광기로부터 추론한다.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360420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입력이 또 다른 도플러 분광기이며 순간 매핑이다.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FusionMAE (HL-3,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858768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마스킹된 채널을 가상 백업 진단으로 복원한다.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858768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일반 채널 드롭아웃이고 윈도 내 재구성이다.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27443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283964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57116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KSTAR EPED 재구성 (JKPS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357116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CES를 입력으로 쓰는 고속 프로파일 재구성이다.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357116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회전은 저자들이 명시한 향후 과제로 남아 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77278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855464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NN-CES (KSTAR, FED 2025/26)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4855464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CES 스펙트럼에서 Tᵢ·회전을 빔 변조 없이 직접 추출한다.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4855464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측정이 있는 시각을 읽고, 우리는 없는 시각을 채운다.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27113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5285232"/>
            <a:ext cx="91440" cy="11338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① 타깃 채널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전자 물리량의 재구성에서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이온 채널(Tᵢ · V_rot)의 복원으로.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79392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79392" y="5285232"/>
            <a:ext cx="91440" cy="113385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17136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② 인과성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동시각의 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불규칙한 과거에 조건화된 인과 추정으로.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55864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55864" y="5285232"/>
            <a:ext cx="91440" cy="113385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93608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③ 평가 기준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93608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사전등록 기준선에 대한 타깃별 검정으로.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보간과 배치 가능한 최강 기준선(인과 GP)을 상대로 검증한다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그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단위로 역정규화한 뒤 타깃별로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집합과 마스크를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타깃 시점은 완전히 마스킹된다.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skill을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폴백률은 Tᵢ 0.3–0.4%, V_rot 40–44%이다.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무작위가 아니다(MNAR).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SNR·ELM·천이에서 drop-out이 발생한다.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observed-only skill은 낙관적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분포로 재가중하여 정량화하였다(결과 ⑤).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0보다 크면 모델이 보간보다 우수하고 0이면 동률이다. 유의성은 shot 군집 paired bootstrap 95% CI가 0을 제외하는지로 판정하며(PR4), ‘n/4’는 유의한 분할 수이다.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KSTAR 방전(shot 30801–32751)을 10 ms 공통 격자로 사용하였다.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제공 측 선정 기준은 하드웨어 일관성과 H-mode ELM 억제(RMP) 구간이다.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총 247,207행이며 파일당 중앙값은 339행이다.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행당 채널은 BES 9 · ECEI 4 · Mirnov 2 · time · CES_TI · CES_VT이다.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세그먼트는 0.5 s 이상의 간극에서 분리하였다(이봉 delta 분포의 골).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(0.1, 0.5) s 구간의 delta는 82개뿐이며 세그먼트 내 스텝의 99.4%가 10 ms이다.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전형적 파일은 주 세그먼트 1개(중앙값 301행 ≈ 3.0 s, 10–90분위 1.3–7.0 s)이다.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2개인 파일 28개, 10행 넘는 세그먼트가 없는 파일 20개, 고립 단일행 1,279개가 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어떤 arm도(보간·모델 입력 모두) 세그먼트 간극을 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 과정에서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동결된 run 디렉터리에서 읽으므로 본문·표·그림이 서로 어긋나지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54%는 계측기 유지값이며 실제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타깃·이력 입력·정규화 통계에서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앵커에서도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분할과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행이 상관되므로 행 단위 분할은 train/val 누수를 낳는다.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고정하였다(fixed_*_split.csv).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데이터가 불일치하면 예외를 발생시킨다.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BES·ECEI·MC·타깃을 채널별 z-score로 정규화하였다.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추정하여 val/test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통계는 NaN 인지 방식으로 관측값만 사용하였다.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각 방전의 빠른 진단을 그 방전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통계로 추가 표준화하였다(캠페인 전이의 핵심).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타깃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ces_history는 (batch, W=2, 4)이며 이전 정규화 Tᵢ·V_rot와 타깃별 관측 flag 2개로 구성된다.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결측되므로(8.2% / 23.9%) 관측을 타깃별로 추적한다.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타깃 시점은 값과 flag를 모두 0으로 마스킹하여 자기 정답 누수를 차단한다(시퀀스도 동일).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결과: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유지값이었다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것이며,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영향을 받았고, CES_TI는 226,991행 중 1행이었다.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통로는 없다. V_rot는 소수점 5자리이며 값 간 최소 간격은 4e-5이다.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프로토콜은 held를 모든 위치에서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타깃, 이력·이월 입력과 그 관측 flag, 정규화 통계에서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앵커에서도 제거하여 실제 측정만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오염시켰다(짝지은 재학습으로 확인).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이력 복사가 최적이라고 학습시킨다.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따라서 민감도 한 줄이 아니라 프로토콜로 채택하였다.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제거의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지점에서 예측해야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폴백률은 Tᵢ 채점 행의 0.3–0.4%이다.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행에서는 40–44%이다.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따라서 V_rot의 ‘vs PCHIP’은 5분의 2가 ‘vs persistence’이다.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사전등록은 이 폴백률의 보고를 의무화하였다.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seq_v2와 W=2 윈도 대조군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진단 정보가 V_rot로 누출된다.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분리하였다.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 섭동해도 V_rot 출력은 bit-identical이다.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 범위는 세그먼트 전체이다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유지한다(빠른 진단은 조밀하다).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Tᵢ는 +0.081이다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(16 run · CI [+0.067, +0.096] · 16/16 양수).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타깃별 masked MSE를 적용한다.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LayerNorm과 작은 GELU head로 마무리한다.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1e-3, batch 16 세그먼트로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 masked MSE로 조기 종료한다(patience 6, 상한 30).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(z ∈ [-1, 1], K = 8 / 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readout을 0으로 초기화하여 정확히 persistence에서 출발한다.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파라미터로 백본의 6%이다(결과 ⑨).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탐색의 교훈: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하나였고, 확정 프로토콜에서도 같은 교훈이 반복되었다(attention 후보 비유의, 폭 스윕 평평). 이것이 모델 절이 짧고 평가 절이 긴 이유이다.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물리적 근거: 두 갈래 라우팅은 설계 선택이 아니라 두 보존식의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11201400" cy="10607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d/dt ( 3/2 · n_i · T_i )  =  Q_ei · (T_e - T_i)  -  ∇·q_i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d/dt ( n_i · m_i · &lt;R²&gt; · ω_φ )  =  -∇·Π_φ  +  T_NBI  +  T_NTV  +  T_int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보존식은 값이 아니라 변화율을 구속한다. 따라서 물어야 할 것은 V_rot과의 상관이 아니라 dV_rot/dt와의 상관이다.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5728"/>
            <a:ext cx="530352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5973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각운동량 수지의 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59736"/>
            <a:ext cx="2093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45973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34640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LHS  dL/dt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834640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관측쌍의 차분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34640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측정됨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54299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63824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236976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23697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0D 채널 전무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236976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부재 §8b.3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56635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639312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T_NTV ~ δB²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639312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 100 Hz 데시메이트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639312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음성 §8b.2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58971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968496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41648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∇·Π_turb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041648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BES 밀도요동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04164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측정 → 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61307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43984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T_intrinsic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43984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∇T_i 필요, 스칼라뿐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443984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도달 불가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6364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4"/>
            <a:ext cx="5212080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V_rot의 완화 시간은 이 데이터로 잴 수 없다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관측의 54%가 계측기 유지값이라 held 제거 시 16 ms,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유지 시 300 ms 초과로 19배 이상 벌어진다. Tᵢ는 held가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641파일 중 1행뿐이라 159 ms가 깨끗하다. 유지값 병리는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값의 54%뿐 아니라 그 동역학을 특징지을 능력까지 파괴하며,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토크·원본 kHz Mirnov에 이은 세 번째 취득 과제이다.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2395728"/>
            <a:ext cx="5687568" cy="20482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2395728"/>
            <a:ext cx="91440" cy="20482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2784" y="2505456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BES·ECEI와의 결합 (624 블록, lag 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2907792"/>
            <a:ext cx="5303520" cy="1408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Tᵢ   값 +0.341 / +0.311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+0.070 / +0.078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V_rot   값 +0.027 / +0.005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-0.006 / -0.003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에너지식에서는 신호를 잡으므로 널은 방법의 한계가 아니다.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4535424"/>
            <a:ext cx="5687568" cy="177393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5040" y="4535424"/>
            <a:ext cx="91440" cy="177393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4645152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시간 척도가 맞는다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47488"/>
            <a:ext cx="5303520" cy="11338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τ_eq = (mᵢ/2mₑ)·τ_e는 Tₑ 0.5–1 keV,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nₑ 2–5×10¹⁹ m⁻³에서 8–59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측정된 문맥 포화 약 50 ms와 같은 자릿수이다(§8al).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Tᵢ·BES·ECEI의 완화 시간은 147–161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주의: τ_eq 파라미터는 인용값이고 자기상관은 추세 미제거이다.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절차: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타깃별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를 Tᵢ·V_rot 각각에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타깃만 손실에 기여하고 결측 타깃은 마스킹으로 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Tᵢ·V_rot는 독립 결측(8.2% / 23.9%)이므로 한쪽만 있어도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세그먼트의 모든 라벨 행에 대해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단위이며 역정규화는 평가에서만 수행한다.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seq_v2는 AdamW 1e-3, batch 16 세그먼트로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MSE로 조기 종료하였다(patience 6, 상한 30 epoch).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확정 실행은 14–25 epoch에서 종료되었다.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같은 데이터 계약과 파일당 샘플 상한 500을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분리하였다(분할 4 × 초기화 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실패하도록 하였다(조용한 NaN 금지).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아키텍처의 출처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변경을 하나만 적용하고 처음부터 재학습한 뒤, 증강 없는 검증셋의 skill_vs_pchip으로 채점하였다.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않았으며, TEST는 전 과정에서 봉인되었다.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bootstrap: 재현 단위를 shot으로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10,000, 고정 seed).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제외하면 PASS이다.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따라서 CI는 within-shot 복제가 아니라 shot 간 일반화를 반영한다.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대조군, 사다리 칸 vs 백본이 그 예이다.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자기상관으로 인한 가짜 복제이다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독립 복제의 단위이다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프로토콜: 규칙을 수치보다 먼저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손실이 없어야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네 조건이 충족되어 시퀀스 프레이밍을 백본으로 채택하였다(결과 ③).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attention(0 초기화 사영)이었다.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분할에서 양수였다: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+0.009 / +0.013 / +0.033 / +0.020.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1/4로 사전 기준 3/4 이상에 미달하여 승격하지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val에서는 2/2 유의였으며, 이것이 승격 bar를 TEST에 두는 이유이다.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계열은 한 번에 하나만 바꾸고 깨끗한 val skill로 keep/discard하였다. 이력 길이는 24-run 스윕(plateau 최소)으로, held는 감사로 제거하였다.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스윕은 두 갈래 판정과 서술적 읽기(상한 / 무릎)를 TEST 채점 전에 문서화하였다.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⑨에서 분해한다.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영역: 비인접 시점에서도 우위가 유지되었다(4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개뿐이므로 4개 test 분할을 합치고 방전 단위로 군집화하였다.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않는다. &gt; 15 ms에서 두 모집단 모두 PASS이다(persistence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 45 ms는 컷에서 승, 포함에서 동률이다. 429행/101 방전은 스파이크 앵커 몇 행이 층을 지배할 수 있는 규모이다.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 15 ms에서 두 모집단 모두 PCHIP를 이겼다. 이것이 유일한 V_rot 무조건부 양성이다.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스트레스 ①: 실제 결측점 분포로 재가중(MNAR)하여도 인과 대비 우위는 8/8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층은 Δt(15/25/45 ms) × 입력만의 활동 flag이다. 결측 행의 층 분포로 채점 지점을 재가중하였다(30 미만 층은 기각, 가중 격자에도 컷 적용). 도달 범위는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in-domain이므로 재가중 V_rot은 결론을 내지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생존하였다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유지되었으나 고정 가중 CI가 컷 2개 분할에서 0을 지났다(컷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②: 캠페인(시간) 분할에서 윈도는 붕괴하고 백본은 4/4+4/4로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(30801–31991)으로 학습하였다.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4개이며 분할 4개가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0/4로 붕괴하였다.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컷)은 4/4로 회복되었다.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 컷: +0.187/+0.174/+0.181/+0.177이다.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포함: +0.173/+0.202/+0.198/+0.184로 4/4+4/4이다.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측정되었다: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드리프트는 BES 1.22σ, ECEI 0.53σ인 반면 타깃은 0.115σ였다. seq-윈도 마진은 8/8 유의였고 V_rot도 persistence 대비 seq 4/4 양쪽(윈도 0/4)이었다. 남는 주의점은 한 시간 블록 위의 초기화 4개와 컷 run 2/4의 상한 종료이다.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하나로 충분하다: 윈도 스윕이 W=2의 근거이다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4개와 history-0으로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를 수행하였다. held-free 학습·평가, 파일당 500, 컷 없음(이 스윕의 동결 W=2 run이 포함 모집단 대조군)이며, 각 run은 자기 자신의 held-out TEST skill_vs_pchip으로 채점하였다.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보여주는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(0/4), V_rot -0.783이다.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skill의 전부를 만든다.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(4/4), V_rot +0.206이다.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곡선은 평평하다(Tᵢ 0.190–0.246).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0.07–0.16이 곡선 전체보다 크다.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따라서 plateau 최소 W는 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그것은 시퀀스 프레이밍의 논거이다.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W=3 +0.246(4/4), W=4 +0.221(3/4), W=6 +0.190(3/4), W=8 +0.216(4/4)으로 곡선은 평평하다. 이력을 늘려 얻는 것은 skill이 아니라 &gt; 15 ms 채점 커버리지(456→1,958)이며, 시퀀스 프레이밍이 W 없이 해결한다. 7장은 ‘관측 수’와 별개의 자원인 ‘연속 문맥 길이’를 측정한다.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재현성 상한: 모델 오차는 타깃 자신의 10 ms 재현성과 같은 크기이다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25296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타깃은 광자 적분 스펙트럼 피팅이므로 스스로 잡음을 지닌다. 차분 기반 추정기로 그 재현성을 재면 상한이 상대 비교가 아닌 절대 단위로 표현된다.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871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재현성 추정기 (전부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099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2140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차분 (Rice)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12140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151.8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2140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49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78024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5117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2차 차분 (GSJS)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5117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139.9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5117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9826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980944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3차 차분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980944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80944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19.5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280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337560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10712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차분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410712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129.9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410712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16.4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5780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40480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· 상위 5% 절사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840480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68.7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40480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8757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97096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7024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· MAD (본류)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427024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27024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173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626864"/>
            <a:ext cx="6309360" cy="429768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70001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백본 seq_v2의 RMSE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470001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157.8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470001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23.6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04710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6309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컷 모집단, 641파일 전수, held 제외·스파이크 컷 후 연속 관측 구간에서 측정하였다. 차수가 오를수록 신호 편향이 벗겨지며, 4차에서도 아직 하강 중이므로 129.9 eV는 수렴값이 아니라 상한이다.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16276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1627632"/>
            <a:ext cx="91440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4344" y="17373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① 절대 기준이 생겼다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24344" y="21396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백본은 Tᵢ를 157.8 eV로 복원하고, 타깃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재현성은 46~130 eV이다. 같은 자릿수이며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점수가 만들 수 없는 물리 단위의 문장이다.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86600" y="32278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86600" y="3227832"/>
            <a:ext cx="91440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24344" y="33375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상한은 꼬리에 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4344" y="37398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4차 차분 제곱질량의 46.6%(V_rot 65.6%)가 상위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1%에 있다. 본류에서 모델은 타깃 산포의 2.3~3.4배로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MSE의 7~9%만 환원 불가능하며, 여지가 남아 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86600" y="48280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86600" y="4828032"/>
            <a:ext cx="91440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49377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③ 크기 축이 평평했던 이유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4344" y="53400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폭 26배·계열 3종의 평평함은 정보 고갈이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지표가 꼬리 통계인 결과이다. 지목된 다음 측정은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강건 공동 지표의 재채점이며 사전등록 후 실행한다.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④⑩과 일관된다.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가능성: 지연과 불확실성을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CPU 10 ms 예산에 여유 있게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온라인에서는 은닉 상태를 격자를 따라 이월하여 새 행마다 1-step만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ms로 예산의 16%이다(유휴 세션).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세션에서 인과 GP는 p99 2.34 ms, 윈도 대조군 W=2는 4.46 ms(44.6%)였다.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순서는 세션마다 불변이다: seq_v2 &lt; 인과 GP &lt; 윈도 W=2 &lt; 윈도 W=4.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절댓값은 세션 간 2–21.8배 변동하므로 절댓값이 아니라 순서와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연산자 개수를 주장한다(7장).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보정하며 예측기는 건드리지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1,272 vs 1,554 vs 1,727(컷), 2,290 / 2,851 / 3,120(포함)이다.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150 vs 164 vs 179이다.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조이며 판정은 불변이다.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인정하는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상태 유지형 나우캐스터를 제어 계산기의 CPU에서 실행하면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①: coverage는 marginal이며 조건부가 아니다. Tᵢ 0.87–0.92(목표 0.90), V_rot 0.91–0.94이고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②: 지연 절댓값은 기계·전원 상태에 종속된다. 5세션 프로토콜에서 p99 산포가 21.84배까지 관측되어 1 ms 판정은 보류되었다.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모집단에서는 모델 Tᵢ 구간이 PCHIP보다 넓은데도(반폭 224–255 vs 211–241 eV) 점수가 더 좋다. 스파이크가 miss 페널티를 키우고 모델이 덜 놓친다.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도달 범위 사다리 · 계열 비교 · 연산자 비용 · 승패 방전 (B.9, 2026-08-17 ~ 08-24)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도달 범위(reach)의 측정: 절단 사다리의 결손은 대부분 cold start였다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질문: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합성곱 대신 순환이 정당한가, 그리고 윈도 계열이 충분해 보이는데 무한 순환 상태가 필요한가. 두 질문은 ‘학습된 모델이 실제로 몇 스텝의 연속 과거를 쓰는가’로 환원된다. 동결된 B.1 백본 4개의 순환 상태를 ctx 스텝 전에 리셋하여 재학습 없이 재채점하였고(§8ac), 이어서 각 도달 범위에서 학습한 모델과 비교하였다(§8ae, §8af).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102412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591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도달 범위(스텝)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21408"/>
            <a:ext cx="2048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절단(상태 리셋) vs 전체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2140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범위에서 학습 vs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warm-up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3288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2 (20 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53288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-0.510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3288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-0.065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743B"/>
                </a:solidFill>
                <a:latin typeface="Consolas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8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87%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1597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89864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7 (70 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89864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-0.064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9864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89864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3335F"/>
                </a:solidFill>
                <a:latin typeface="Consolas"/>
              </a:rPr>
              <a:t>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18173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6440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15 (150 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6440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2/4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6440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6440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4749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55701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63016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31 (310 ms)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363016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63016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363016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9592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63 (630 ms)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399592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+0.000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99592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99592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7901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434840"/>
            <a:ext cx="11201400" cy="19019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507992"/>
            <a:ext cx="1069848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읽기 (CES_TI, 전체 블록 백본 대비 paired, 4 분할 평균)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절단 사다리는 63스텝이 되어야 자기 자신과 같아지지만, 그 범위에서 학습한 모델은 7스텝이면 충분하였다. 20 ms 결손 -0.510의 87%는 학습되지 않은 상태 재구축(cold start)이었다.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백본이 윈도 대조군보다 앞서는 +0.081(§8x)은 도달 범위 -0.065와 구조 ≈ -0.016으로 분해된다. 백본이 사는 것의 4/5는 얼마나 멀리 보는가이고 1/5는 무엇인가이다.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무한 문맥은 필요하지 않으며 더 낫지도 않다. 310·630 ms는 전체 블록보다 명목상 위(+0.023, +0.029, 0/4)이다. V_rot는 20 ms에서만 -0.013(2/4)의 작은 결손을 보였다.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밀집 사다리와 통합 재채점: 문맥 약 50 ms에서 포화하며, 문맥이 사는 것은 전형성이다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9733"/>
            <a:ext cx="5989320" cy="4879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1280160"/>
            <a:ext cx="51663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CES_TI vs 인과 GP, 301 방전 통합 (순환 계열, §8am)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664208"/>
            <a:ext cx="5257800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28216"/>
            <a:ext cx="9052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728216"/>
            <a:ext cx="21854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skill [95%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72821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172821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-top10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8483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08483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+0.057 [+0.027, +0.085]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08483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208483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3313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2340864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14016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414016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+0.087 [+0.061, +0.111]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14016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241401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66052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43200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50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43200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+0.104 [+0.079, +0.128]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43200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7432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98970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60" y="2999232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072384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72384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+0.119 [+0.095, +0.142]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072384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0723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331889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01568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401568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+0.123 [+0.096, +0.148]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401568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34015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364807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7960" y="3657600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73075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373075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+0.143 [+0.118, +0.168]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73075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37307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+0.116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97725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37960" y="4114800"/>
            <a:ext cx="516636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4187952"/>
            <a:ext cx="475488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결과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사전등록 규칙(전체 대비 결손 &lt; 0.02, 유의 결손 ≤ 1/4)은 4·5·6·10스텝을 채운 뒤 50 ms를 반환하였다. 70 ms는 4·5·6이 학습되지 않아 생긴 값이었다.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4/4 계수는 한 스텝 간격에서 4/4→3/4→4/4로 요동하므로 문턱 위치 추정기에서 퇴출하고, 통합 추세 검정으로 대체하였다. 문맥 10배당 skill +0.050 [+0.036, +0.064]로 상승한다.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모델은 20 ms에서도 인과 GP를 이긴다. 문맥이 사는 것은 평균이 아니라 전형성이며, 승리 방전 비율이 0.52에서 0.66으로 오른 뒤 평평해진다.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계열 비교: 같은 문맥에서 순환·확장 합성곱·attention은 0.023 이내로 동률이었다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 계열을 seq_v2의 라우팅을 유지한 채 각자의 수용 범위에서 학습·채점하고, 같은 도달 범위의 LSTM 칸과 행 단위로 paired 비교하였다(§8ag, §8ak, §8al). 계열이 유일한 변수가 되도록 문맥을 고정하였다.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93726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1042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47088"/>
            <a:ext cx="950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Tᵢ paired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84708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V_rot paired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22199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22199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71,442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22199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6849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478024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5117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255117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128,034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5117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79768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880360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2880360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88036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26867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3136392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209544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3209544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320954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456051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3538728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97480" y="3538728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-0.023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Malgun Gothic"/>
              </a:rPr>
              <a:t>0/3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353872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차이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5235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794760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386791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7480" y="386791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86791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11441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19709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97480" y="419709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419709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951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256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4360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52628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같은 도달 범위의 LSTM 칸 대비 paired skill(4 분할 평균). 승/패는 CI가 0을 제외한 분할 수이며, 판정은 사전등록 §3.2 규칙(|Δ| &lt; 0.02, 유의 ≤ 1/4 = 동률)이다.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2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2920" y="484632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판정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순환과 확장 합성곱은 같은 칸(70 ms)에서 전환하며 공유 칸 전부에서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attention만 70 ms에서 -0.023(3/4 유의)으로 뒤지며 150 ms부터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효과의 최댓값 0.023은 문맥 효과 +0.060(20→70 ms)의 1/2.6이다.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17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484632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10k 파라미터 아래에서는 동률이 깨진다 (§8ai)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55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크기를 맞춘 순환 arm 대비 합성곱 arm은 +0.027~+0.040(3–4/4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tcn2k(1,808 파라미터)는 인과 GP를 4/4로 이기며 백본과 +0.001 차이이다.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상한이 아니라 상한에 이르는 데 필요한 파라미터 수를 정한다.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비용 모델: 온라인 1스텝의 지연은 파라미터가 아니라 디스패치 연산자 수에 비례한다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786384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62456"/>
            <a:ext cx="8595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62456"/>
            <a:ext cx="1133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ops / 스텝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최소 중앙값 µs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362456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µs/op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3736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stock nn.LSTM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73736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73736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6.72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8386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993392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6654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06654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06654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378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6654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305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seq_v2_tight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39572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39572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352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9572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64223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651760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724912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v2m2k_tight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724912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2,362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724912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24912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71419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tcn15_lean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054096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3054096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3054096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300603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310128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38328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tcn63_lean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60" y="338328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338328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305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8328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62978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71246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tcn2k_tight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371246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71246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1246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395897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3968496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04164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xfmr63_tight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KV 캐시 융합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404164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404164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8076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1,504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4164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428815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03920" y="1298448"/>
            <a:ext cx="3200400" cy="3337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1417320"/>
            <a:ext cx="288036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계열별 비용 법칙 (§8aj)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순환: 도달 범위에 O(1)이다. 상태가 과거를 실어 나르므로 111 ops가 모든 칸에서 같다.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확장 합성곱: O(log R)이다. 층당 정확히 +48 ops이며 RF = 2^(L+1) - 1이다.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attention: O(1)이나 상수가 크다. KV 캐시로 도달 범위는 무료이지만 473 ops로 융합 순환의 4.3배이다.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변환율은 2.1–3.2 µs/op로 거의 상수이다(파라미터 151배 범위, 세 계열 전부).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754880"/>
            <a:ext cx="11201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7240" y="4828032"/>
            <a:ext cx="10698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비용 모델은 t ≈ N_ops × 2–3 µs이다. 파라미터 151배는 지연 1.6배만 사며, v2m2k의 스텝당 산술은 약 2.4k MAC으로 마이크로초 수준이다. 백본의 구현 사다리는 0.793 → 0.688 → 0.378 → 0.352 ms(2.25배)이며 융합은 거의 소진되었다.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10 ms 예산은 어느 arm에도 구속 조건이 아니다(§8ah, 전 arm 2배 이상 여유). 1 ms 판정은 5세션 p99 산포 21.84배로 인해 사전등록 규칙이 보류하였으며, 조용한 기계에서의 재측정이 지목된 측정이다.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따라서 아키텍처는 skill이 아니라 비용으로 선택한다. tcn3k(3,238)와 v2m4k(3,898)는 인과 GP를 4/4로 이기는 최저 비용 운용점이다.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50" b="1" i="0">
                <a:solidFill>
                  <a:srgbClr val="13335F"/>
                </a:solidFill>
                <a:latin typeface="Malgun Gothic"/>
              </a:rPr>
              <a:t>승패 방전 분석: 모델은 타깃이 움직이는 방전에서 이기며, V_rot의 우위는 shot-general이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126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방전 단위 승률 (동결 B.1 산출물, §8al §4)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12648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승리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top-1 방전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인과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0.695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E9E5B"/>
                </a:solidFill>
                <a:latin typeface="Consolas"/>
              </a:rPr>
              <a:t>9–16%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49627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59152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32304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PCHIP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Consolas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97099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797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인과 GP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0.481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49–164%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044571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054096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2724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PCHIP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3127248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onsolas"/>
              </a:rPr>
              <a:t>0.329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043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520440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약 62개 방전 중 상위 5개를 제거하면 4개 분할 전부에서 통합 우위가 0 이하로 떨어진다(split 42: +0.331 → -0.006). Tᵢ는 같은 처리에서 +0.045~+0.113을 유지한다. 따라서 V_rot는 검정력 부족이 아니라 소수 방전에 집중된 우위이다.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타깃 산포 3분위별 승률 (v2r63, 통합, §8an)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1645920"/>
            <a:ext cx="493776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0992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3분위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승률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중앙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승률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중앙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084832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조용함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34%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3564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2349627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66560" y="2359152"/>
            <a:ext cx="493776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2432304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중간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83%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697099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779776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변동 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55%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+0.031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044571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154680"/>
            <a:ext cx="49377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11개 공변량 중 ‘방전 내 타깃 산포’만이 승패를 예측하였다(순열 검정, Bonferroni: Tᵢ ρ = +0.401, V_rot ρ = +0.281). 캠페인 위치·간극 길이·peak 비율·held 비율·독립 관측 수·Tₑ 수준은 전부 null이었다.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452628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4599432"/>
            <a:ext cx="106984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메커니즘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평평한 방전에서는 인과 GP가 이미 최적에 가까우므로 모델이 분산을 더해 근소하게 진다. 대부분의 방전이 조용하므로 V_rot의 통합 승률 0.46–0.48은 이길 것이 없는 방전의 비율이다.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변동이 큰 3분위에서도 Tᵢ는 85%, V_rot는 55%만 이긴다. 이 잔차는 회전의 구동 변수(NBI 토크)가 데이터에 없다는 §2.3d의 결론과 일치한다(Tₑ~V_rot r = +0.024, p = 0.58가 세 번째 독립 증거). 모델은 입력이 없는 운동을 추적할 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문장은 ‘V_rot는 검정력 부족’이 아니라 ‘V_rot의 우위는 회전이 실제로 변하는 방전에 집중되며, 거기서도 작다’로 바뀐다. 이를 뒤집을 측정은 B.6이며, μs 재획득이 모드 회전 주파수를 제공하면 변동 3분위의 승률이 먼저 올라야 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확장 프로그램의 현황: μs 재획득 shot 집합은 동결되었고, 양자 가지는 음성으로 종결되었다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657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B.6 — 마이크로초 재획득 shot 집합 (§8ao, 2026-08-21 동결)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641/641 방전을 OpenAlex 전문 검색으로 스캔하여 문헌 등장 방전 11개를 확정하였다.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5자리 번호의 위양성 4부류(타 장치 shot, DOI 조각, 비플라스마 논문,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AIP 논문번호 03xxxx)를 판별 체계로 기록하였다. 하루 15건이 위양성이었다.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역할 배정: test 4(31921·31873·31114·31902), pool 6(31097·31359·31747·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32027·32092·32097), companion 2(31923·31357)이다.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test = 4는 V_rot 유효 군집 3개(296/311/412행)를 확보하며 측정 검정력은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0.750 / Tᵢ 0.368이다.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#32092는 NF 2026 QH-mode 대표 방전으로 confirmed 되었고(EHO n = 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~4/~8 kHz), B.6의 다섯 번째 양성 대조가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μs 입력은 10 ms 예측을 개선하는가를 묻는 것이며, 타깃 격자는 바뀌지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91440" cy="36576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양자 가지 — 하드웨어 검증 후 종결 (§8ap, 2026-07-26 → 08-24)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변분 양자 회로(VQC)를 파라미터 수를 맞춘 고전 MLP와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PCA 축소 입력에서 비교하고, IonQ Forte에서 55개 회로를 실행하였다($1,418.44).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정확도: 무잡음 시뮬레이터에서도 persistence에 진다(471.5 vs 449.6 eV).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지연: 예측당 22.9 s로 10 ms 예산의 약 1,800배이다.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하드웨어: 탈분극 계수 λ = 0.661 ± 0.040(16.7σ)으로 진폭의 34%만 반환된다.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확장성: 입력 차원과 파라미터를 늘리면 고전 대조군도 나빠져 여유가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QML 4계열 중 3계열(변분·고정 특징맵·저장소)은 닫혔다.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양자 커널은 고전 대조군과 동률(+0.3279 vs RBF +0.3307)이며,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학습형 양자 인코더는 미결로 표기하였다.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어떤 수치도 백본의 skill과 나란히 인용되지 않으며, 코드는 experiments/quantum/에 격리된다.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9512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위치 설정 (§9.5):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논문은 10 ms 격자에서 완결되며, μs 프로그램은 의존성이 아니라 확장이다. 현재 격자는 99.46% 균일하므로 ‘불규칙 샘플링을 다룬다’는 주장은 이 데이터로 뒷받침되지 않으며, 다중 속도 획득이 그것을 실재하게 한다. attention은 도달 범위가 스텝이 아니라 경과 시간으로 정의되는 유일한 계열이므로, 여기서 패한 계열이 격자가 비균일해질 때 이길 것이라는 반증 가능한 예측이 성립한다.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Mirnov 재가공으로 V_rot를 개선할 수 있는가: 정보는 전처리 단계에서 소실되었다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45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격자의 연속 블록 내 lag-1 자기상관을 측정하였다.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+0.568, ECEI +0.572에 대해 Mirnov는 -0.009였다.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0.1이므로 이 격자 위에서는 백색잡음이다.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이는 kHz dB/dt를 안티앨리어싱 없이 100 Hz로 데시메이트한 서명이다.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특징을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4-seed paired 비교에서 개선은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잃은 정보는 하류에서 복구되지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변경이 필요하다.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RMS, 대역 파워,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수, 모드 회전 주파수를 계산해야 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라우팅한다(사전등록된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B.6의 μs shot 집합이 이 검정의 무대이다.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Tₑ가 NBI 가열을 대리하여 V_rot 정보를 담는가: 가설을 검정하고 기각하였다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가능한 경로이다.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있다. 이를 데이터로 직접 검정하였다.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주입은 전자를 가열하여 Tₑ를 올린다.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따라서 Tₑ는 NBI power의 간접 대리 변수이다.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크다고 가정하면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ECEI가 V_rot 정보를 운반해야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경로의 존재 여부를 검정하였다.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 반면, Tₑ~CES_VT는 +0.006으로 부호조차 무작위이다(|r| &gt; 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것은 사실이다(Tᵢ와 r = +0.35). 그러나 같은 Tₑ가 V_rot과는 무관하다(r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이다. 토크는 빔 에너지·접선 반경·주입 기하에 의존하여 power와 분리된다. NBI 토크 확보는 모델링이 아니라 데이터 획득 과제이며, 문헌에 양성 대조(DIII-D 전방전 시뮬레이터)가 있다. 7장 ⑤의 승패 분석이 세 번째 독립 증거이다.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컷되지 않은 채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4개)이고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skill을 추정하며 단일 체크포인트의 배치 주장은 아니다.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승패 공변량 분석은 탐색적이며 사전등록 규칙이 없다.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단일 장치 · conformal은 marginal · 페데스탈 상단 프레이밍에 한정된다.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메타데이터(χ²,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과제이며 양성 대조가 존재한다.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④ 조용한 기계에서 5세션 지연 프로토콜을 재실행한다(1 ms 판정).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문맥·계열 교체는 이미 배제되었다. 크기 축은 닫혔다.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부록: 시도한 모델과 문헌 조사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시도하여 무엇을 닫았는가, 그리고 2026-09-05 문헌 조사가 지목하는 다음 팔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(1/3): 윈도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아래는 W = 4 시대의 잠정 수치이며 확정 프로토콜의 주장에는 쓰지 않는다(§8v).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581912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581912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1581912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1581912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1920981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AutoML 윈도 계열 iter2 → iter9 (GRU + 관측마스킹 multi-head attention)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920981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920981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18회 자동 탐색. Pre-LN · attention pooling은 채택, 용량 확대 · skip 변형 · 국소 1D conv는 열화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920981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iter7의 val 0.483이 최선이었고 이후의 복잡도 증가는 열화하였다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920981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 윈도 대조군으로 강등 (§8u · §8x)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7204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81574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2627294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연속시간 인코더 4종 (GRU-D형 감쇠 · ODE-RNN · Neural CDE · Δt 대각 SSM)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2627294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27294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이력 인코더만 교체, 4분할 짝지음 bootstrap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2627294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KEEP 없음. NCDE · SSM은 유의 열세 seed가 생겼다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627294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규칙 10 ms 격자에서 Δt 진화는 정보를 더하지 않는다 (§8e, 코드 제거)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27836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333607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파생 Mirnov 특징 (적분 · PCHIP 적분 · |MC| · 이동 RMS)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333607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3333607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특징만 추가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3992" y="3333607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seed 짝지음에서 전부 무효. MC의 lag-1 자기상관 -0.009 (BES +0.568 · ECEI +0.572)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3333607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앨리어싱으로 이미 잃은 정보는 하류에서 복원되지 않는다 (§8b.2)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9846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994200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4039920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윈도 크기 스윕 W = 0 ... 6 (24 run ×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4039920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4039920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관측 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3992" y="4039920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Tᵢ는 W = 2에서 plateau, history 0은 둘 다 붕괴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2" y="4039920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4는 정당화되지 않아 확정 프로토콜은 W = 2 (§8f)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0736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562611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명명항 anchor + Δ (1,258 파라미터)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4562611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2" y="4562611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완전히 설명 가능한 선형 항만 남김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4562611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 여백의 31.5 %를 회복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4562611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2에서는 persistence로 붕괴 (§8k · §8z)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03005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03958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5085302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W-SLIM (25,602 파라미터로 축소한 윈도 모델)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7792" y="5085302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3632" y="5085302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CES_MODEL_FILE 하나. 201,258 → 25,602 파라미터, 57 → 21 연산자, 3.02 → 0.66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5085302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-0.087, 4/4 유의 열세. V_rot는 +0.005로 무차이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5085302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구조가 값을 하므로 비채택 (§8ad)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7363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(2/3): 시퀀스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확정 프로토콜(W = 2 · held-free · 두 공동 1차 모집단) 아래에서 짝지어 채점하였다.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581912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581912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1581912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1581912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1920981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v1 공유 LSTM (전체 격자 + 마스킹 손실)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920981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920981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프레이밍만 교체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920981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4/4 개선, V_rot 4/4 유의 열세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920981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라우팅 부재. v2의 두 갈래 설계로 이어짐 (§8d)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39795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2443672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두 갈래 인과 LSTM + shot별 표준화 (357,570)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2443672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443672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갈래를 인코더에서 차단 + 표준화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2443672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 관문 16/16 양수, 인과 GP 대비 4/4 (+0.078 ... +0.138), 학습 비용 1/10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443672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채택 백본 (§8t · §8x)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947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149985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v3 관측마스킹 attention 읽기 (396,930)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149985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3149985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읽기 경로만 추가, 0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3992" y="3149985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val +0.024* / +0.037*, TEST 4/4 양수 · 1/4 유의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3149985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승격 규칙(유의 ≥ 3/4) 미달 (§8y)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174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626956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672676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 해석 가능 칸 (21,498, K = 8 잠재)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3672676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3672676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인코더를 8차원 잠재 + persistence 앵커로 압축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3992" y="3672676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모집단에서 백본 +0.002, 포함에서 -0.16 ~ -0.21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2" y="3672676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해석 칸으로만 채택하며 백본을 대체하지 않음 (§8z · §8ab)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401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195367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폭 스윕 hidden_ti 24 ... 260 (34k ... 879k)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4195367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2" y="4195367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인코더 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4195367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평균 skill이 ±0.008 안에서 평평 (26배), 무릎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4195367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 축 닫힘 (§8aa) — 단 총합 MSE에 한정된다(§8aq)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6281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67233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4718058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최소 모델 v2m · b3m (1k ... 10k)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7792" y="4718058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3632" y="4718058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부분을 함께 축소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4718058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v2m4k(3,898)가 4/4 바닥, v2m2k는 -0.036에 유의 열세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4718058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3.9k 아래에서 skill이 무너짐 (§8ai)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18550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시도한 모델의 계보와 닫은 이유 (3/3, 1쪽): 계열 · 문맥 · 기준선 · 확장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16736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62456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1362456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362456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1362456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2" y="1362456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701525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계열 비교 tcn15 · tcn63 · xfmr63 (확장 합성곱 · 밴드 어텐션)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1701525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1701525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같은 reach에서 연산자만 교체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1701525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±0.02 동률. 어텐션은 70 ms에서 -0.023 (3/4)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1701525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skill이 아니라 비용을 정한다 (§8ag · §8ak)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5259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36211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407838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소형 합성곱 tcn8k · 3k · 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2407838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407838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10k 아래에서 계열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407838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 맞춘 LSTM 대비 +0.027 ~ +0.040 (3 ~ 4/4)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2" y="2407838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10k 아래에선 conv 우세. tcn2k(1,808)도 인과 GP 4/4 (§8ai)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8752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930529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대각 SSM (S4형) 사다리 6칸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792" y="2930529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2" y="2930529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상태공간 연산자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2930529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ms까지 문맥을 전환한 뒤 +0.105 천장. 같은 reach LSTM에 -0.022 / -0.044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4312" y="2930529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낮은 천장으로 비채택 (§8am 부록)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8159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9112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636842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reach 사다리 v2r2 ... r63 (20 ~ 630 ms)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07792" y="3636842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2" y="3636842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 시 문맥 길이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3992" y="3636842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50 ~ 70 ms 포화. 승리 방전 비율 0.52 → 0.66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4312" y="3636842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긴 문맥 축 닫힘 (§8af · §8al)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10428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4159533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오프라인 GP · 인과 GP 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7792" y="4159533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13632" y="4159533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기준선 추가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3992" y="4159533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GP는 PCHIP 4/4 이기고 모델과 동률. 인과 GP는 백본이 4/4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2" y="4159533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오프라인 주장의 상한 = GP 동률 (§8p · §8y)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2697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시도한 모델의 계보와 닫은 이유 (3/3, 2쪽): 계열 · 문맥 · 기준선 · 확장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16736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62456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1362456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362456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1362456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2" y="1362456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701525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학습 분산 헤드 vs split conformal (Mondrian)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1701525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1701525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불확실성 방식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1701525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conformal이 Winkler 32/32 최선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1701525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재학습이 헤드라인을 교란하므로 사후 보정 채택 (§8m)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689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78496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224216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양자 VQC · 고정 특징맵 · 저장소 · 커널 (IonQ Forte)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2224216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2026-07-26 → 08-24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224216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추정기 계열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224216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무잡음에서도 persistence에 짐(471.5 vs 449.6 eV). 22.9 s/예측, λ = 0.661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2" y="2224216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 검증 후 음성 종결 (§8ap)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8752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930529"/>
            <a:ext cx="218541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CES 결측이 빔 변조 주기인가 (§8at)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792" y="2930529"/>
            <a:ext cx="8595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2026-09-05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2" y="2930529"/>
            <a:ext cx="273405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없음. 641파일 전수 기술 통계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2930529"/>
            <a:ext cx="241401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타깃 마스크 일치 raw 72.8 % (3 keV 컷은 0.3 %p만 움직임), 마스크 자기상관은 잔물결 없이 감쇠, 우세 주기는 1.5 s · 3.0 s로 블록 포락선 규모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4312" y="2930529"/>
            <a:ext cx="227685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듀티 사이클 아님. 같은 날 적은 기대를 철회하고 적합 품질 요청으로 격하 (§8at)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488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958365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004085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B.11 VQ 코드북 게이팅 (b3vqC, C = 4 · 8 · 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07792" y="4004085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2026-09-03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2" y="4004085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읽기 가중치를 이산 코드로 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3992" y="4004085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사전등록 완료, val 선별 진행 중. 조용 3분위 Tᵢ 승률 42 %가 출발점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4312" y="4004085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미판정 (PREREGISTRATION_B11.md)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4715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989320"/>
            <a:ext cx="1120140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1쪽):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1쪽이다.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Diag2Diag (Nat. Comm.)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Thomson 200 Hz를 500 kHz로 시간 초해상도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무기억 MLP 236→952→80, 1·2차 미분 특징으로 시간 문맥 대체, L1 손실, BNN 불확실성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4,000 방전, 13.5만 샘플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우리와 가장 가까운 문제가 가장 단순한 구조로 풀림. 저자 스스로 "TS 샘플링이 불규칙해서 RNN 대신 무기억"이라 밝힘. 우리 seq_v2는 이미 그 위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556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65195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810915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COMPASS 시간 초해상도 (PPCF)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810915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COMPASS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810915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2025/26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810915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SXR·AXUV로 Te/ne 프로파일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810915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4×256 MLP, 측정 불확실성 1/σ 가중 Huber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810915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2,764 방전, 방전 단위 5-fold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810915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가중 Huber는 §8aq의 "상위 1 % 변화가 제곱질량 46.6 %" 발견과 직결. 우리는 MSE만 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4619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517228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FusionMAE (Comm. Phys.)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517228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HL-3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517228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517228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88채널×10 ms 토큰의 마스크 오토인코더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517228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Transformer MAE, 결측 채널 재구성 = "가상 백업 진단", 96.7 ~ 97.2 %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517228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대규모 HL-3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517228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과제를 MAE의 결측 채널 복원으로 보는 프레임. 사전학습 축은 우리 repo에 없음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16829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177821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22354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TokaMind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22354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22354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22354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멀티모달 파운데이션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22354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7M 미만 트랜스포머, DCT 임베딩, 5 ms 청크로 0.2 ~ 500 kHz 다중 샘플링률 처리, 결측 마스크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22354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11,573 방전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22354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사전학습 후 미세조정 이득: 전체 +0.017 NRMSE, 프로파일 그룹은 -0.005, MHD만 +0.05. 프로파일류에는 사전학습이 거의 안 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05823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5113475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TokaMark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5113475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MAST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5113475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5113475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14개 과제 벤치마크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5113475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다중 분기 conv 인코더-디코더 베이스라인, shot 단위 분할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5113475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위와 동일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5113475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프로파일 동역학 NRMSE 0.34, MHD 0.48. 커뮤니티 기준선도 conv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58092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2쪽):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2쪽이다.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PanoMHD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Mirnov만으로 βN·H89·L/H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VQ-VAE 토큰 + 457M GPT-2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978 방전, 2 MHz 원시 MC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KSTAR에서 이산 코드북이 작동한 선례. 단 원시 μs MC 기준이라 B.6가 전제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39795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443672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멀티모달 VAE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443672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443672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443672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 감시·붕괴 유형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443672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모달리티별 인코더의 순차 VAE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443672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1,600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443672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VAE 용도는 회귀 정확도가 아니라 해석·이상탐지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91111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2966363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TokaFormer, EAST 지식증류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2966363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 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2966363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2966363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붕괴 예측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2966363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1D conv 임베딩 후 모달리티별 Transformer(dual tower), 후기 융합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2966363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 μs Mirnov + 1 ms 스칼라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2966363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CNN+Transformer가 주류인 곳은 붕괴 예측. 20 μs Mirnov와 1 ms 스칼라의 융합 문제이지 회귀 천장 문제가 아님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6174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626956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3672676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3672676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3672676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3672676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 방전 설정으로 전역 파라미터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3672676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Transformer 0.0096 &lt; LSTM 0.015 &lt; MLP 0.022 MSE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3672676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550 방전, 1.2만 윈도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3672676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작은 데이터에서 Transformer가 이긴 사례. 단 10 ~ 70 s 장기 의존 과제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401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4195367"/>
            <a:ext cx="1430788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EAST XCS ANN (NF)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4195367"/>
            <a:ext cx="702899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4195367"/>
            <a:ext cx="54114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4195367"/>
            <a:ext cx="13499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스펙트럼으로 Ti·회전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4195367"/>
            <a:ext cx="232043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2×9 DNN, 31k CNN, R² 0.96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4195367"/>
            <a:ext cx="110728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530 방전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4195367"/>
            <a:ext cx="272481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회전을 예측하는 유일한 논문도 입력이 회전 측정 자체(스펙트럼). 우리 V_rot 경로가 어떤 입력을 확보해야 하는지를 가리킴 — B.6 μs Mirnov · NBI 토크 채널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21367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3쪽):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3쪽이다.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2237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492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492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492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492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492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492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492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04288"/>
            <a:ext cx="1430788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Abbate 등 (NF)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04288"/>
            <a:ext cx="702899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DIII-D · AUG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04288"/>
            <a:ext cx="541146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04288"/>
            <a:ext cx="1349911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물리+데이터 메타학습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04288"/>
            <a:ext cx="2320430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두 모델을 메타학습으로 결합, 저전류 → 고전류 외삽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04288"/>
            <a:ext cx="1107282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외삽 5 ~ 10 % 개선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04288"/>
            <a:ext cx="2724812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물리 모델은 외삽 담당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3834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347873"/>
            <a:ext cx="11201400" cy="489305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393593"/>
            <a:ext cx="1430788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코일 shot-to-shot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393593"/>
            <a:ext cx="702899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DIII-D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393593"/>
            <a:ext cx="541146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393593"/>
            <a:ext cx="1349911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방전 간 하드웨어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393593"/>
            <a:ext cx="2320430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토로이달 자장 코일 디지털 트윈 + 온라인 학습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393593"/>
            <a:ext cx="1107282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정적 모델 대비 오차 80 % 감소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393593"/>
            <a:ext cx="2724812" cy="41615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캠페인 드리프트(§8n)의 처방이 우리 shot별 표준화와 같은 방향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82765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2882898"/>
            <a:ext cx="1430788" cy="15846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NN-CES (Fusion Eng. Des. 222:115518)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2882898"/>
            <a:ext cx="702899" cy="15846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2882898"/>
            <a:ext cx="541146" cy="15846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2025/26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2882898"/>
            <a:ext cx="1349911" cy="15846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CES 스펙트럼에서 Ti·회전을 직접 추출한다 (빔 변조 없이)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2882898"/>
            <a:ext cx="2320430" cy="15846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물리 제약을 넣은 신경망이 빔 변조 배경 차감을 대체한다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2882898"/>
            <a:ext cx="1107282" cy="15846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KSTAR 약 150,000 프레임, L·H·locked·RMP 모드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2882898"/>
            <a:ext cx="2724812" cy="15846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우리 장치·우리 진단의 가장 가까운 선행 연구. 구분은 명확하다 — NN-CES는 측정이 있는 시각을 읽고 우리는 없는 시각을 채운다. 입력이 CES 스펙트럼 자신이므로 프레임이 없는 곳에는 쓸 수 없다. 우리 결측이 그 변조 주기일 것이라 적었다가 §8at에서 측정하여 철회하였다(두 타깃 마스크 일치 72.8 %, 주기 없음). 남는 이득은 프레임별 적합 품질이며 그것이 값 컷을 대체한다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48546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494985"/>
            <a:ext cx="11201400" cy="82316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540705"/>
            <a:ext cx="1430788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SVMR + GPR 프로파일 추론 (NF 64:106052)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540705"/>
            <a:ext cx="702899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540705"/>
            <a:ext cx="541146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540705"/>
            <a:ext cx="1349911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CES 측정에서 Ti 프로파일을 추론하며 이상치를 걸러낸다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540705"/>
            <a:ext cx="2320430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SVMR 이상치 분류기 + 비모수 GPR, 초매개변수는 MAP와 MCMC 두 방식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540705"/>
            <a:ext cx="1107282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KSTAR CES 측정 자료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540705"/>
            <a:ext cx="2724812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이상치를 자동으로 골라내는 절차가 우리 3 keV 값 컷의 원리적 대체물이다. 값이 아니라 측정 품질로 거르면 두 공동 1차 모집단이 하나로 합쳐진다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3086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5363868"/>
            <a:ext cx="1430788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이상치 강건 Bayesian mtanh 적합 (NF, arXiv 2607.14142)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5363868"/>
            <a:ext cx="702899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5363868"/>
            <a:ext cx="541146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5363868"/>
            <a:ext cx="1349911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TS·TCI·CES에서 ne·Te·Ti·v_T 프로파일을 동시에 적합한다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5363868"/>
            <a:ext cx="2320430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수정 tanh 7모수 + good-and-bad 가우시안 혼합 우도, MAP 초기화 후 MCMC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5363868"/>
            <a:ext cx="1107282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248 시간 조각을 24코어에서 78초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5363868"/>
            <a:ext cx="2724812" cy="75001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CES 항을 NN-CES 산출로 바꿔 끼울 수 있게 설계되어 있다. 프로파일 단위 불확실성이 우리 타깃 재현성 바닥(§8aq)의 독립 비교값이 된다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613178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4쪽):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4쪽이다.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0723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5757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12635"/>
            <a:ext cx="1430788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TSER 결측 Te 복원 (NF 65:076008)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12635"/>
            <a:ext cx="702899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EAST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12635"/>
            <a:ext cx="541146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12635"/>
            <a:ext cx="1349911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센서 고장·진단 부재로 빠진 전자온도를 복원한다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12635"/>
            <a:ext cx="2320430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시계열 외재 회귀(TSER)가 여러 신호의 상호관계를 학습한다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12635"/>
            <a:ext cx="110728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방전 전 구간에서 2σ 이내 신뢰수준 95.9 % 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12635"/>
            <a:ext cx="272481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결측 타깃 복원이라는 우리 문제 정의와 가장 가까운 프레이밍이다. 다만 타깃이 전자온도이고 인과성 제약도, 보간 기준선과의 비교도 없다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1393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23463"/>
            <a:ext cx="11201400" cy="8565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769183"/>
            <a:ext cx="1430788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전 상태 복원 (arXiv 2607.04390)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769183"/>
            <a:ext cx="702899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kinetic 시뮬레이션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769183"/>
            <a:ext cx="541146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769183"/>
            <a:ext cx="1349911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희소한 밀도 프로브 몇 개로 전 영역 플라즈마 장을 복원한다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769183"/>
            <a:ext cx="2320430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희소 센서 이력의 시간 인코딩 + 공간 디코딩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769183"/>
            <a:ext cx="110728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고정밀 kinetic 시뮬레이션 자료 (실험 데이터 아님)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769183"/>
            <a:ext cx="272481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센서 몇 개로 전체 상태를 세우는 구조는 우리와 같으나 실험이 아니라 시뮬레이션에서 검증되었다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7048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625731"/>
            <a:ext cx="1430788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평형 재구성 챌린지 (arXiv 2609.01750)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625731"/>
            <a:ext cx="702899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DIII-D · MAST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625731"/>
            <a:ext cx="541146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625731"/>
            <a:ext cx="1349911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자기 진단 없이 자기 기하를 추론하는 공개 벤치마크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625731"/>
            <a:ext cx="2320430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PF 코일 전류 + Thomson으로 ψ(R,Z). 기준선 4종(PCA+Ridge / GBT / MLP / conv 디코더)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625731"/>
            <a:ext cx="110728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DIII-D 약 9,100 shot · MAST 약 2,400 shot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625731"/>
            <a:ext cx="272481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진단 하나가 없을 때 다른 진단으로 대신한다는 문제를 공개 벤치마크로 만든 사례. 이온 채널은 다루지 않으며 shot 단위 분할과 교차 장치 일반화를 요구한다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42703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436559"/>
            <a:ext cx="11201400" cy="8565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482279"/>
            <a:ext cx="1430788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이분산 신경망 대리모델 (arXiv 2608.19377)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482279"/>
            <a:ext cx="702899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Thomson 산란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482279"/>
            <a:ext cx="541146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482279"/>
            <a:ext cx="1349911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잡음이 지배하는 분광 측정에서 MCMC 파라미터 추정을 가속한다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482279"/>
            <a:ext cx="2320430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이중 헤드 신경망이 기대 스펙트럼과 채널별 잡음 분산을 함께 내고 가우시안 NLL로 학습한다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482279"/>
            <a:ext cx="110728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정확 물리 모델 대비 1,500배 이상 가속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482279"/>
            <a:ext cx="272481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우리 열린 축 1번(이분산 손실)의 핵융합 도메인 선례. 등분산 기준선 대비 RMSE를 20 % 이상 줄였다 — 손실 형태를 바꾸는 것이 이 분야에서 실제로 값을 한다는 증거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28358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5338827"/>
            <a:ext cx="1430788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XICS ↔ CES 교차 검증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5338827"/>
            <a:ext cx="702899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5338827"/>
            <a:ext cx="541146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2009 ~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5338827"/>
            <a:ext cx="1349911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He 유사 아르곤 도플러로 Ti·토로이달 회전을 독립 측정한다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5338827"/>
            <a:ext cx="2320430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X선 결정 분광기(XICS). 최근 LabVIEW 실시간 처리로 준실시간화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5338827"/>
            <a:ext cx="110728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코어 Ti·회전이 여러 방전에서 CES와 잘 일치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5338827"/>
            <a:ext cx="2724812" cy="7833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KSTAR에는 회전을 재는 두 번째 진단이 이미 있다. 우리 641 shot에 XICS가 있다면 V_rot 분기의 추가 입력이자 독립 라벨원이 된다 — B.6와 나란히 놓을 새 레버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614013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5쪽):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5쪽이다.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118402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TorbeamNN (arXiv 2504.11648)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118402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118402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118402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ECH 거울 조준을 위한 TORBEAM 광선추적 대리모델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118402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신경망 대리모델이 실시간 제어계(PCS)에서 동작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118402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실시간 구현 대비 100배 이상 가속, 흡수 위치 평균 오차 0.5 cm, 실험 중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118402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 PCS에 신경망이 이미 실장되어 돌고 있다. 우리 배치 주장(§8ah·§8aj)이 가정이 아니라 이 장치의 기존 관행임을 보여준다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2291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(2/4, 1쪽):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71017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393" y="1344168"/>
            <a:ext cx="70161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307" y="1344168"/>
            <a:ext cx="2174304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1915" y="1344168"/>
            <a:ext cx="33792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7455" y="1344168"/>
            <a:ext cx="28437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결측 대체 (imputation)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393" y="1683237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 ~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307" y="1683237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TSI-Bench 28개, STDiff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1915" y="1683237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점 결측에선 선형보간이 딥러닝 전부를 이기는 데이터셋 존재(Electricity MAE 0.065 vs 최고 딥 0.102). 블록 결측에서만 딥이 필요. CSDI는 추론 417 s. 윈도 기반은 긴 공백에서 평탄화, 상태전이형이 나음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455" y="1683237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 동률(§8p)이 문헌에서 재확인됨. seq_v2는 이미 상태전이형. 확산 대체는 비용 대비 근거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0154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711073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756793"/>
            <a:ext cx="1371017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불규칙 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393" y="2756793"/>
            <a:ext cx="70161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1307" y="2756793"/>
            <a:ext cx="2174304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Neural CDE, mTAN, ContiFormer, iTimER, NCDE 보정기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1915" y="2756793"/>
            <a:ext cx="33792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연속시간 ODE와 어텐션이 주류, 재구성 오차 분포 정렬이 보완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455" y="2756793"/>
            <a:ext cx="28437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격자는 규칙적 10 ms이고 결측만 있다. staleness 채널로 이미 처리. 불필요 (§8e)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40786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463106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예측 백본 논쟁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393" y="3463106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1307" y="3463106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DLinear vs PatchTST/iTransformer, TimeXer(외생변수, NeurIPS 2024), Mamba 하이브리드, xLSTM 부활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1915" y="3463106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우열이 데이터마다 뒤집힘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87455" y="3463106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B.9 결과와 정합. 위 150 ms · 10k 파라미터에선 계열 무관, 아래에선 conv 우세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141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90942"/>
            <a:ext cx="11201400" cy="10735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536662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파운데이션 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393" y="4536662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1307" y="4536662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Chronos-2 (120M, 공변량), TiRex-2 (xLSTM, 과거 공변량, 스트리밍 O(1)), Toto (Student-t 혼합 헤드), TabPFN-TS (11M, 합성 사전학습)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1915" y="4536662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제로샷으로 강함. 단 벤치마크 오염 경고 — 조사 데이터셋의 7 %만 어떤 사전학습에도 안 쓰였고, 유출 시 MAPE가 7.6 ~ 59 %p 좋아짐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455" y="4536662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KSTAR는 오염 불가능. 학습 없이 반나절에 돌릴 대조군. 지면 천장 재확인, 이기면 큰 발견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55497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5610218"/>
            <a:ext cx="1371017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자기지도 사전학습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3393" y="5610218"/>
            <a:ext cx="70161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1307" y="5610218"/>
            <a:ext cx="2174304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TimeMAE (WSDM 2026), Ti-MAE, TokEye (핵융합)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1915" y="5610218"/>
            <a:ext cx="33792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라벨 희소 시 이득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455" y="5610218"/>
            <a:ext cx="28437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라벨은 92 % 관측이고 TokaMind에서 프로파일 이득이 음수. 기대 낮음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07766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(2/4, 2쪽):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71017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393" y="1344168"/>
            <a:ext cx="70161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307" y="1344168"/>
            <a:ext cx="2174304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1915" y="1344168"/>
            <a:ext cx="33792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7455" y="1344168"/>
            <a:ext cx="28437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소프트센서 (공정)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393" y="1683237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307" y="1683237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반지도 VAE 회귀, Soft-Sensing Transformer, ConFormer(CNN+Transformer), 인과 특징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1915" y="1683237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반지도가 핵심. 2025년 한 연구는 MLP 백본 6 % 개선으로 Transformer와 동급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455" y="1683237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Tᵢ에는 반지도 이득 조건이 없다. V_rot는 라벨이 아니라 입력을 늘리는 문제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1792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527451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573171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MoE · 레짐 게이팅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393" y="2573171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1307" y="2573171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RG-ResMoE, Dynamic TMoE, AME-TS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1915" y="2573171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동결 기저 + 잔차 전문가 + soft 게이트 + 보정 크기 페널티. hard top-1 라우팅이 soft보다 유의하게 나쁨(p &lt; 1e-4). 레짐 변수를 입력에 넣으면 30/30 붕괴, 라우팅에만 쓰면 안정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455" y="2573171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B.11의 직접 선례. B.11은 hard argmin VQ. soft 게이트 + persistence 축소 페널티 팔을 자매로 두면 §5-3 반증 시 다음 후보가 준비됨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40786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463105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학습 상태추정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393" y="3463105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2022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1307" y="3463105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KalmanNet, KalmanFormer, Bayesian KalmanNet (TSP 2025), Unscented KalmanNet, DLFM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1915" y="3463105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프로세스 모델은 두고 칼만 이득만 학습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87455" y="3463105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"지금은 persistence를 믿는다 / 보정한다"의 원리적 형태가 칼만 이득. 인과 GP를 프로세스 모델로, 고속 채널을 관측으로, 이득을 소형 GRU로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9779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307319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353039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이분산 · 강건 회귀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393" y="4353039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2023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1307" y="4353039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가우시안 NLL 병리, β-NLL, Toto의 Student-t, 이분산 신경망 대리모델(Thomson,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1915" y="4353039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예측 분산이 평균 그래디언트를 오염시키므로 stop-grad나 별도 헤드 필요. 핵융합 분광에서는 이중 헤드 이분산이 등분산 대비 RMSE 20 % 이상 개선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455" y="4353039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§8aq가 지목한 유일한 미개봉 축이고 이제 핵융합 도메인 선례도 있다. conformal은 사후 구간이지 학습 손실이 아님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18772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5242973"/>
            <a:ext cx="1371017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표형 모델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3393" y="5242973"/>
            <a:ext cx="70161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1307" y="5242973"/>
            <a:ext cx="2174304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벤치마크 111개 데이터셋 × 20개 모델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1915" y="5242973"/>
            <a:ext cx="33792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작은 표형 데이터에선 GBM이 딥을 자주 이김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455" y="5242973"/>
            <a:ext cx="28437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b3k8 행 특징 위 LightGBM · TabPFN-v2 회귀는 하루짜리 대조군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7104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문헌 조사 (3/4): 구조적으로 동형인 분야에서 반복되는 교훈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201134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3718" y="1344168"/>
            <a:ext cx="7259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5958" y="1344168"/>
            <a:ext cx="201134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동형 관계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3604" y="1344168"/>
            <a:ext cx="2837675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주류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7583" y="1344168"/>
            <a:ext cx="28835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교훈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혼합주기 나우캐스팅 MIDAS (경제)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3718" y="1683237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2023 ~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958" y="1683237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고빈도 입력으로 저빈도 타깃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3604" y="1683237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U-MIDAS + 소형 NN 라그 가중, GP-MIDAS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47583" y="1683237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파라메트릭 라그 구조로 충분. 우리 reach 사다리 · b3k8과 같은 결론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506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6020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205928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저가 센서 보정 (대기질)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3718" y="2205928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5958" y="2205928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밀집 저가 센서로 희소 기준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3604" y="2205928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LSTM · GBM, 기준국에서 먼 센서는 도메인 적응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7583" y="2205928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캠페인 이동(§8n)과 shot별 표준화(§8s)가 같은 처방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7337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728619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커프리스 혈압 PPG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3718" y="2728619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958" y="2728619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파형으로 간헐 기준값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3604" y="2728619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CNN+Transformer 병렬 등 다양. 보정 기반 &gt; 보정 없음, 전 구성이 BHS D등급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47583" y="2728619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개체별 보정이 구조보다 큼. 우리의 §8s와 동일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19606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205590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251310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구조 가상 센싱 SHM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33718" y="3251310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5958" y="3251310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센서로 전체장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3604" y="3251310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칼만 · 물리유도 그래프 칼만(PiGGO) · PDE 제약 최적화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7583" y="3251310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상태추정 프레임이 주류. §8t의 프레이밍 재확인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71875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774001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멀티태스크 가상센서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3718" y="3774001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5958" y="3774001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수백 타깃 통합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3604" y="3774001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선택을 학습하는 단일 모델. 계산 415배 · 메모리 951배 절감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47583" y="3774001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 2개인 우리와 무관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2414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25097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4296692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붕괴 예측 합성 진단 (EAST → J-TEXT)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33718" y="4296692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05958" y="4296692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데이터 없는 장치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3604" y="4296692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NIMROD 합성 진단 + 푸리에 도메인 적응, 50 → 57 %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47583" y="4296692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V_rot에 NBI가 없다면 합성 토크 채널은 시뮬레이션에서만 올 수 있음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76413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530352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5303520"/>
            <a:ext cx="91440" cy="1143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541324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공통 교훈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815584"/>
            <a:ext cx="10817352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동형 분야가 반복해 말하는 것은 표현력이 아니라 개체별 보정과 상태추정 프레임이며, 이는 본 연구의 shot별 표준화(§8s)와 전체격자 인과 프레이밍(§8t)이 이미 취한 선택이다.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11201400" cy="305683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25880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1325880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실험 팔 (통제 변수 하나)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325880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출처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9792" y="1325880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1432" y="1325880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사전등록 판정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31563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1631563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seq_v2 손실을 σ_meas 가중 Huber 또는 Student-t NLL로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72" y="1631563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COMPASS · Toto · §8aq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1631563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재학습 4 × 3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1631563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벌크 MAD skill 개선, 총합 MSE 비열세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88200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1891526"/>
            <a:ext cx="11201400" cy="30568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1937246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1937246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B.11 자매 팔: soft 게이트 + persistence 축소 페널티, 기저 = 인과 GP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1937246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RG-ResMoE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937246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b3k8 위 소형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1937246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조용 3분위 승률 +0.05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1876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242929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2242929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KalmanNet 팔: 프로세스 = 인과 GP, 관측 = 고속 15채널, 이득 = 소형 GRU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8072" y="2242929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KalmanNet 계열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2242929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신규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2242929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조용 3분위 승률 + 구간 보정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64360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653128"/>
            <a:ext cx="11201400" cy="4559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2698848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" y="2698848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CES 재분석: NN-CES 산출과 적합 품질 메타데이터를 확보해 값 컷을 품질 컷으로 바꾼다 (결측 자체가 줄어든다는 기대는 §8at에서 철회)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8072" y="2698848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NN-CES · SVMR+GPR · mtanh 적합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698848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KFE 데이터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1432" y="2698848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두 공동 1차 모집단이 하나로 합쳐질 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0995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154767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" y="3154767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V_rot 입력 확장: 원시 kHz Mirnov 특징(B.6 A1) · NBI 토크 채널 · KSTAR XICS 회전 채널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3154767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EAST XCS · XICS↔CES 교차 검증 · PanoMHD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3154767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데이터 획득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1432" y="3154767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변동 3분위 V_rot 승률이 먼저 오를 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55544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564966"/>
            <a:ext cx="11201400" cy="4559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3610686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" y="3610686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제로샷 대조군: TabPFN-v2 회귀(행 특징) · TiRex-2 / Chronos-2(과거 공변량)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48072" y="3610686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fev-bench · TSI-Bench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3610686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학습 없음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432" y="3610686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인과 GP 대비 4/4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01136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" y="4066605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4712" y="4066605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FusionMAE식 사전학습 후 미세조정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8072" y="4066605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FusionMAE · TokaMind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4066605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GPU 필요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71432" y="4066605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기대 이득 ≈ 0, 순위 최하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3170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02920" y="4553712"/>
            <a:ext cx="548640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53712"/>
            <a:ext cx="91440" cy="1920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" y="46634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권하지 않는 방향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" y="5065776"/>
            <a:ext cx="510235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CNN 뒤 Transformer와 VAE 잠재는 표현력 축이며 세 번 닫혔다(§8aa · §8ag · §8aq).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Neural CDE 계열은 규칙 10 ms 격자에서 이미 음성으로 판정되었다(§8e).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확산 대체는 추론이 느리고 점 결측 벤치마크에서 선형보간에 진다(TSI-Bench).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4553712"/>
            <a:ext cx="548640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4553712"/>
            <a:ext cx="91440" cy="19202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46634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V_rot는 열린 과제이다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55664" y="5065776"/>
            <a:ext cx="510235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V_rot는 열린 과제이며 닫힌 결론이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§8ar의 항별 감사는 현재 입력이 닿는 항이 없음을 보였을 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그것을 뒤집을 측정이 함께 지목되어 있다: 원시 kHz Mirnov(B.6, shot 집합 동결),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 채널, CES 피팅 품질 메타데이터, 그리고 도플러 분광 입력의 확보이다.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지금도 Δt &gt; 15 ms와 peak 층에서는 +0.54 ~ +0.79로 이긴다.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