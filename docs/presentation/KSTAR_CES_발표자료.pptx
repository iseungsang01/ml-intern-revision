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학위논문 발표 · 약 60분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본 연구는 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Tᵢ와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복원하는 인과 모델을 제안하고,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오프라인 보간과 배치 가능한 최강 기준선(인과 GP)을 상대로 사전등록 프로토콜 아래 검증하였다.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 ·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초록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01400" cy="5074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배경.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KSTAR의 전하교환분광(CES)은 페데스탈 물리의 핵심량인 이온온도 Tᵢ와 토로이달 회전 V_rot를 제공하지만, 광자 적분이 필요하여 10 ms 격자에서 Tᵢ 8.2%, V_rot 23.9%가 결측되고 V_rot 관측값의 54%는 계측기 유지값(held)이다. 빔방출분광(BES)·전자사이클로트론방출영상(ECEI)·Mirnov 코일은 같은 격자에서 결측 없이 측정된다.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방법.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641개 방전(247,207행)에서 빠른 진단과 과거 CES 이력만을 입력으로 하는 전체격자 인과 시퀀스 모델 seq_v2(357,570 파라미터)를 학습하고, 미래 이웃까지 읽는 오프라인 보간(PCHIP)과 배치 가능한 최강 인과 기준선(인과 GP)을 상대로 shot 군집 paired bootstrap(B = 10,000)으로 검정하였다. held 값은 학습·평가에서 전부 제거하였고, Tᵢ &gt; 3 keV 피팅 실패의 처리 방식(컷 / 포함)을 두 공동 1차 모집단으로 사전등록하였다.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Tᵢ는 두 모집단 모두에서 4개 독립 분할 전부 PCHIP를 유의하게 능가하였고(skill 컷 +0.17~+0.26, 포함 +0.23~+0.32), 인과 GP도 8/8 셀에서 이겼으며, 결측 재가중과 캠페인 시간 분할의 두 스트레스를 생존하였다. V_rot는 전역 동률로 나타났고, 빠른 채널을 0으로 두어도 출력이 동일하여 정보 부재가 구조적으로 확인되었다. 도달 범위 사다리에서는 연속 인과 문맥 약 50 ms에서 skill이 포화하고 승리 방전 비율이 0.52에서 0.66으로 상승하였으며, 순환·확장 합성곱·attention의 세 계열은 같은 문맥에서 0.023 이내로 동률이었다. 온라인 단계 비용은 파라미터가 아니라 디스패치 연산자 수에 비례하였다(연산자당 2–3 µs).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결론.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빠른 진단은 시간 보간이 복원할 수 없는 Tᵢ 정보를 운반하고, 성능 상한은 모델 크기가 아니라 정보에 있으며, 남은 개선 레버는 CES 피팅 품질 메타데이터·원본 kHz Mirnov·NBI 토크 채널의 데이터 획득이다.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용어 정리 — 본문에서 반복되는 표현의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용어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1362456"/>
            <a:ext cx="8677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3736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CES / BES / ECEI / Mirnov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73736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전하교환분광(타깃 Tᵢ·V_rot) / 빔방출분광(밀도요동) / 전자사이클로트론방출영상(전자온도) / 자기요동 코일(dB/dt)이다.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301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139696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21284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나우캐스팅(nowcasting)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21284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미래를 예보하는 것이 아니라, 이미 지난 시점의 빈 값을 그 시점까지의 정보로 채우는 문제이다.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056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8833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8833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1 - MSE_model / MSE_baseline 이다. 0보다 크면 모델이 기준선보다 낫고, 0이면 동률이다.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090672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16382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PCHIP / 인과 GP / 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6382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 이웃까지 읽는 단조 3차 보간 / 과거 이웃 16개만 읽는 가우시안 과정 / 직전 관측값 유지이다.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5566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9312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3639312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직전 관측값과 비트 단위로 동일한 행이며, 독립 측정이 아니므로 학습·평가에서 제거하였다.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0321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41648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11480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컷 / 포함 모집단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411480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&gt; 3 keV(피팅 실패)를 결측으로 처리한 모집단 / 처리하지 않은 모집단이며, 둘 다 공동 1차로 보고한다.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9028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n/4 · 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459028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4개 독립 분할 중 shot 군집 95% 신뢰구간이 0을 제외한 분할의 수이며, 제외하면 PASS이다.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98309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992624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06577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 범위(reach) · 문맥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506577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모델이 실제로 읽는 연속 과거 스텝 수이며, 10 ms 격자에서 스텝 × 10 ms가 문맥 길이이다.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45858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54126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디스패치 연산자 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554126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온라인 1스텝에서 실행되는 저수준 연산(aten::)의 개수이며, 본 연구에서 지연 시간의 실측 단위이다.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340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발표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1527048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CES 결측의 실태와 두 모집단의 필요성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734056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접근법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미래를 읽는 보간과 최강 인과 기준선을 상대로 한 검증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held 전면 제거 · 두 프레이밍 · 누수 삼중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9808" y="5148072"/>
            <a:ext cx="731520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모델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전체격자 인과 시퀀스 백본 seq_v2와 W=2 윈도 대조군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64808" y="1527048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평가 방법론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사전등록 · shot 군집 bootstrap · TEST 동결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64808" y="2734056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Tᵢ 4/4+4/4 · V_rot 동률 · 스트레스 2종 생존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64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4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도달 범위 사다리 · 계열 비교 · 연산자 비용 · 승패 방전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5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64808" y="5148072"/>
            <a:ext cx="731520" cy="73152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4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결론·한계·향후 연구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상한은 추정기가 아니라 정보에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CES 결측의 실태와 두 모집단의 필요성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진단 장치 구성: CES는 느리고 자주 비며, 빠른 진단은 같은 격자에서 결측이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KSTAR 페데스탈 상단 플라즈마에서 </a:t>
            </a:r>
            <a:r>
              <a:rPr sz="1500" b="1" i="0">
                <a:solidFill>
                  <a:srgbClr val="E8743B"/>
                </a:solidFill>
                <a:latin typeface="Malgun Gothic"/>
              </a:rPr>
              <a:t>CES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는 핵심 물리량을 제공하지만 느리고 자주 결측된다.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BES·ECEI·Mirnov는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3200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CES  (타깃)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전하교환분광(Charge Exchange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Tᵢ(이온온도)와 V_rot(토로이달 회전)를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광자 적분이 필요하여 느리고 자주 결측된다.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연구가 복원하려는 대상이다.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5848" y="2011680"/>
            <a:ext cx="91440" cy="32004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BES  (9 ch)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빔방출분광(Beam Emission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밀도요동 nₑ의 공간 구조를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충돌 e–i 결합을 통해 Tᵢ의 단서가 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2011680"/>
            <a:ext cx="91440" cy="32004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ECEI  (4 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전자사이클로트론방출영상이다.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전자온도 Tₑ의 2차원 영상을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Tₑ–Tᵢ 결합을 통해 Tᵢ의 단서가 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4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011680"/>
            <a:ext cx="91440" cy="32004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8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5B6670"/>
                </a:solidFill>
                <a:latin typeface="Malgun Gothic"/>
              </a:rPr>
              <a:t>Mirnov coil  (2 ch)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8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자기요동(MHD 모드) dB/dt를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kHz 신호가 100 Hz로 데시메이트되어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lag-1 자기상관이 -0.009이다(BES +0.568).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모드 회전 정보는 상류에서 소실되었다.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핵심 비대칭의 예고: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빠른 진단은 물리적으로 Tᵢ 정보는 운반하지만 V_rot 정보는 거의 운반하지 않는다고 예측되었고(NBI 토크 미관측, Mirnov 앨리어싱), 이 가설은 결과에서 그대로 확인되었다.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문제 정의: CES 결측의 원인과 규모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76072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CES는 충분한 신호대잡음비를 위해 광자를 오래 적분해야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노출·신호품질 문제로 특정 시점의 측정이 자주 누락된다.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같은 10 ms 격자에서 Tᵢ 8.2%, V_rot 23.9%가 완전 결측(NaN)이다.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–  V_rot는 held(직전값 복사) 41.1%가 더해져 실질 무정보 비율이 65.0%에 이른다.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두 타깃은 서로 독립적으로 결측되므로 타깃별 처리가 필요하다.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결측은 물리적으로 흥미로운 순간(저신호·ELM·천이)에 집중된다.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따라서 결측은 무작위가 아니며(MNAR), 관측점 skill은 낙관적 상한이다.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빠른 진단(BES·ECEI·Mirnov)은 같은 격자에서 결측이 없다.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본 연구는 항상 존재하는 빠른 진단으로 자주 비는 CES를 채운다.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417320"/>
            <a:ext cx="52120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57276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데이터 기반 가상 센서의 기대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057400"/>
            <a:ext cx="4800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결측 시점의 Tᵢ·V_rot를 데이터로 추정한다(gap-filling).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강한 역산 가정 없이 축대칭 수준만 가정한다.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끊김 없는 CES 가용성은 페데스탈 물리 분석과 실시간 활용을 가능하게 한다.</a:t>
            </a:r>
          </a:p>
        </p:txBody>
      </p:sp>
      <p:pic>
        <p:nvPicPr>
          <p:cNvPr id="14" name="Picture 1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38334"/>
            <a:ext cx="5486400" cy="17817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결측 전수 집계: NaN 결측과 held(직전값 복사)를 합치면 V_rot의 65.0%가 무정보이다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 비율은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로 나타났다(641 shot · 247,207행 전수 집계).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의의: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persistence와 보간이 오차 0에 가깝게 맞히는 행이므로, 남겨 두면 기준선의 점수가 부풀려진다.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 입력·정규화 통계·모든 기준선의 보간 앵커에서 held를 동일하게 제거하고 실제 측정만 채점하였다.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연속 블록 안에서 직전 관측값과 부동소수점까지 동일한 행으로 정의하였다. CES_TI는 226,991행 중 1행에 그쳤다.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데이터 품질 감사: Tᵢ 피팅 실패의 처리 방식을 두 공동 1차 모집단으로 사전등록하였다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관측 Tᵢ의 p99는 2,089 eV, p99.9는 9,601 eV, 최대는 14,984 eV이다. </a:t>
            </a:r>
            <a:r>
              <a:rPr sz="140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 3 keV 행의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1,197행(0.53%)이 951개 run, 274개 방전에 분포한다.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행이고 5행 이상 지속은 2%에 그친다.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 정점은 관측 이웃 평균의 13배(IQR 6–26배)이다.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예측되지 않으며 보간 앵커를 오염시킨다.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처리 모두 비판이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 어려운 행을 없앴다는 비판을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 스파이크 앵커가 오프라인 기준선을 불리하게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두 모집단을 공동 1차로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컷(적재 시 결측 처리, 전 arm 동일) / 포함(컷 없음)이다.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명시하여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 민감도는 없었다. 2.5 / 3 / 4 keV로 재학습한 Tᵢ skill은 +0.230 / +0.236 / +0.232이며 PR4는 전부 4/4였다.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프록시이다. 하향 dip 4,965행은 손대지 않고, 2배 이상 상향 이상치의 19%만 제거한다.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 스파이크(&gt; 1,000 km/s 119행 / 16 방전, 101행은 한 방전의 한 블록)는 컷 없이 두고 SSE 비중을 병기한다.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질문과 핵심 아이디어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881360" cy="12801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1042416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FFFFFF"/>
                </a:solidFill>
                <a:latin typeface="Malgun Gothic"/>
              </a:rPr>
              <a:t>CES가 결측된 10 ms 시점에서, 동시각 빠른 진단(BES·ECEI·Mirnov)과 과거 CES 이력만으로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CES 자체의 시간 보간이 복원할 수 없는 정보를 회복할 수 있는가를 묻는다.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06324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가상 센서 (Virtual Sensor)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진단으로부터 CES를 데이터 기반으로 추정한다.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역산(inverse mapping) 가정을 두지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결측·고장 시점을 온라인으로 메운다.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3063240"/>
            <a:ext cx="91440" cy="1965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Gap-filling / Nowcasting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미래를 예보하는 forecasting이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현재 시점의 빈 값을 채우는 nowcast이다.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초해상(super-resolution)과도 구분된다.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306324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검증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CES를 가린 뒤 복원 정확도를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모집단 각각에서 타깃별로 채점한다.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결론의 성격: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masking 검증에서 기준선을 이기면 결측 구간에서도 복원이 유효할 것으로 </a:t>
            </a:r>
            <a:r>
              <a:rPr sz="1350" b="1" i="0">
                <a:solidFill>
                  <a:srgbClr val="E8743B"/>
                </a:solidFill>
                <a:latin typeface="Malgun Gothic"/>
              </a:rPr>
              <a:t>추정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한다. 결측이 무작위라는 보장이 없으므로(MNAR) 결측 지점의 정확도를 단정하지 않고, 결측 분포로 재가중하여 얼마나 살아남는지를 측정하였다.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선행 연구와의 위치: 계보를 잇고 세 축으로 확장한다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교차 진단 재구성은 활발한 계열이며, 본 연구는 그 프로그램을 이어받아 세 축에서 확장한다.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17904"/>
            <a:ext cx="11164824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581912"/>
            <a:ext cx="26426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선행 연구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581912"/>
            <a:ext cx="4014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81912"/>
            <a:ext cx="40690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본 연구가 다른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975104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Diag2Diag (Nat. Commun.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975104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동시각 진단들로부터 Thomson Tₑ·nₑ를 요동 진단 속도로 합성한다.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975104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타깃이 전자 물리량이고 CES는 입력이며, 기억이 없다.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22779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32304"/>
            <a:ext cx="11164824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05456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COMPASS 시간 초해상 (PPCF 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2505456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고속 복사 진단으로 Thomson 프로파일을 시간 초해상한다.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505456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 채널이고 비인과이며 보간을 기준선으로 두지 않는다.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953131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35808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RTCAKENN (NF 2024, DIII-D)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035808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실시간 운동학 프로파일을 재구성하고 입력 소실을 견딘다.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3035808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결측이 입력의 강건성 조건이지 타깃의 희소성이 아니다.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483483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93008"/>
            <a:ext cx="11164824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566160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EAST XCS → Tᵢ·회전 (NF 2024)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3566160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두 물리량을 X선 결정 분광기로부터 추론한다.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566160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입력이 또 다른 도플러 분광기이며 순간 매핑이다.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13835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096512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FusionMAE (HL-3, 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4096512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마스킹된 채널을 가상 백업 진단으로 복원한다.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4096512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일반 채널 드롭아웃이고 윈도 내 재구성이다.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44187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553712"/>
            <a:ext cx="11164824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626864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KSTAR EPED 재구성 (JKPS 2026)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0" y="4626864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CES를 입력으로 쓰는 고속 프로파일 재구성이다.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4626864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회전은 저자들이 명시한 향후 과제로 남아 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74539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2920" y="5138928"/>
            <a:ext cx="3611880" cy="1188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38928"/>
            <a:ext cx="91440" cy="1188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664" y="52486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① 타깃 채널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" y="5650992"/>
            <a:ext cx="322783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 물리량의 재구성에서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희소 이온 채널(Tᵢ · V_rot)의 복원으로.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79392" y="5138928"/>
            <a:ext cx="3611880" cy="1188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9392" y="5138928"/>
            <a:ext cx="91440" cy="1188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52486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② 인과성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17136" y="5650992"/>
            <a:ext cx="322783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동시각의 기억 없는 매핑에서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불규칙한 과거에 조건화된 인과 추정으로.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55864" y="5138928"/>
            <a:ext cx="3611880" cy="1188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55864" y="5138928"/>
            <a:ext cx="91440" cy="1188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93608" y="52486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③ 평가 기준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93608" y="5650992"/>
            <a:ext cx="322783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가정된 재구성 가능성에서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사전등록 기준선에 대한 타깃별 검정으로.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접근법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보간과 배치 가능한 최강 기준선(인과 GP)을 상대로 검증한다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평가 기준선: 미래를 읽는 오프라인 보간과 배치 가능한 최강 인과 기준선을 함께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비교하였다. 이 보간들은 타깃 주변의 과거와 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본 모델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시점까지의 빠른 진단(BES·ECEI·Mirnov)을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이력을 세그먼트 전체 범위에서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기준선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양쪽의 과거와 미래 CES 이웃을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3차)이 사전등록된 headline 기준선이다.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경계를 넘지 않으며, 넘어야 하면 persistence로 대체한다.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제한하였다(NaN 조건 동일, 모집단 불변). seed 42·컷에서 Tᵢ RMSE는 164.3으로 persistence 197.2보다 낮다. ‘배치 가능한 모든 인과 방법을 이긴다’는 주장은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정보 비대칭의 의미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읽는 보간을 인과 모델이 이긴다면, 빠른 진단이 시간 보간으로는 얻을 수 없는 CES 정보를 운반한다는 강한 증거가 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검증 전략과 그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91440" cy="27432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Masking 복원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값을 가린 뒤 모델이 복원한다.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물리 단위로 역정규화한 뒤 타깃별로 채점한다.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 arm이 동일한 (file, row) 집합과 마스크를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입력에서 타깃 시점은 완전히 마스킹된다.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463040"/>
            <a:ext cx="91440" cy="2743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Observed-only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지점에서만 skill을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지점이 결측 지점보다 쉬울 수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PR2 폴백률은 Tᵢ 0.3–0.4%, V_rot 40–44%이다.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1463040"/>
            <a:ext cx="91440" cy="2743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MNAR — 낙관적 상한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 결측은 무작위가 아니다(MNAR).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저 SNR·ELM·천이에서 drop-out이 발생한다.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observed-only skill은 낙관적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분포로 재가중하여 정량화하였다(결과 ⑤).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88136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81728"/>
            <a:ext cx="1042416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Murphy(1988) skill 정의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B6CB0"/>
                </a:solidFill>
                <a:latin typeface="Consolas"/>
              </a:rPr>
              <a:t>skill_vs_pchip = 1 - MSE_model / MSE_pchip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0보다 크면 모델이 보간보다 우수하고 0이면 동률이다. 유의성은 shot 군집 paired bootstrap 95% CI가 0을 제외하는지로 판정하며(PR4), ‘n/4’는 유의한 분할 수이다.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held 전면 제거 · 두 프레이밍 · 누수 삼중 차단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구성과 세그먼트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6035040" cy="4480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KSTAR 방전(shot 30801–32751)을 10 ms 공통 격자로 사용하였다.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제공 측 선정 기준은 하드웨어 일관성과 H-mode ELM 억제(RMP) 구간이다.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총 247,207행이며 파일당 중앙값은 339행이다.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행당 채널은 BES 9 · ECEI 4 · Mirnov 2 · time · CES_TI · CES_VT이다.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세그먼트는 0.5 s 이상의 간극에서 분리하였다(이봉 delta 분포의 골).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(0.1, 0.5) s 구간의 delta는 82개뿐이며 세그먼트 내 스텝의 99.4%가 10 ms이다.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전형적 파일은 주 세그먼트 1개(중앙값 301행 ≈ 3.0 s, 10–90분위 1.3–7.0 s)이다.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2개인 파일 28개, 10행 넘는 세그먼트가 없는 파일 20개, 고립 단일행 1,279개가 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●  어떤 arm도(보간·모델 입력 모두) 세그먼트 간극을 넘지 않는다.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4480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517904"/>
            <a:ext cx="4572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TEST 규모 (선택 과정에서 읽지 않음)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04825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기준 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04825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seed 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04825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48716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(컷)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48716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32,589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248716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926080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(컷)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92608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10,463 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2926080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64992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(포함)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364992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32,721 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3364992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03904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(포함)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03904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10,461 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803904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24281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Tᵢ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4281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32.6–35.9k 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24281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68172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V_rot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68172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10.5–14.5k 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468172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60–66 방전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193792"/>
            <a:ext cx="4572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E8ECF1"/>
                </a:solidFill>
                <a:latin typeface="Malgun Gothic"/>
              </a:rPr>
              <a:t>모든 수치는 단일 collector가 동결된 run 디렉터리에서 읽으므로 본문·표·그림이 서로 어긋나지 않는다.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No-Fake-Data 원칙과 데이터 계약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945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① 가짜 라벨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학습 행을 만들기 위해 타깃을 대체(impute)하지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윈도는 진단 입력이 완전하고 타깃이 1개 이상 관측된 행만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라벨 없는 행을 맥락으로만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어느 프레이밍도 타깃 행 자신의 값을 읽지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1945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② 타깃별 masked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이며 m은 타깃별 관측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한쪽 타깃만 관측된 행도 그 타깃의 학습에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타깃 필수 필터는 라벨 행의 약 28%를 버렸었다.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이 필터의 제거는 순수한 데이터 이득이다.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91440" cy="21945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파일(shot) 단위로 분할하여 인접 행의 자기상관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정규화 통계는 학습 파일에서만 추정하였다(희소 타깃은 NaN 인지).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shot별 입력 표준화를 추가로 적용하였다.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시점의 값과 관측 flag는 입력에 들어가지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91440" cy="21945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V_rot의 54%는 계측기 유지값이며 실제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지도 타깃·이력 입력·정규화 통계에서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모든 기준선의 보간 앵커에서도 동일하게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어떤 arm도 forward-fill로 점수를 얻지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누수 방지 분할과 학습셋 전용 정규화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4688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File-level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행 단위가 아니라 CSV(shot) 파일 단위로 분할하였다.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인접 행이 상관되므로 행 단위 분할은 train/val 누수를 낳는다.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고정 split을 디스크에 고정하였다(fixed_*_split.csv).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재로딩 시 데이터가 불일치하면 예외를 발생시킨다.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4688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Train-file-only 정규화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BES·ECEI·MC·타깃을 채널별 z-score로 정규화하였다.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통계는 학습 파일에서만 추정하여 val/test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통계는 NaN 인지 방식으로 관측값만 사용하였다.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각 방전의 빠른 진단을 그 방전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통계로 추가 표준화하였다(캠페인 전이의 핵심).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6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타깃 시점 마스킹 — 누수 차단의 핵심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09160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윈도 ces_history는 (batch, W=2, 4)이며 이전 정규화 Tᵢ·V_rot와 타깃별 관측 flag 2개로 구성된다.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Tᵢ·V_rot는 독립적으로 결측되므로(8.2% / 23.9%) 관측을 타깃별로 추적한다.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타깃 시점은 값과 flag를 모두 0으로 마스킹하여 자기 정답 누수를 차단한다(시퀀스도 동일).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윈도(대조군)와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0.5 s 이상을 세그먼트 경계로 정의하였다.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파일은 주 세그먼트 1개(중앙값 301행)이다.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입력과 보간 모두 경계를 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t 앞 W=2행의 bes(2,9)·ecei(2,4)·mc(2,2)를 읽는다.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time_features(2,4)와 ces_history(2,4)를 더한다.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[Tᵢ, V_rot]와 타깃별 마스크 m ∈ {0,1}²를 가진다.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파일당 샘플 상한은 500으로 사전등록되었다.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 완전 행 전부를 맥락으로 유지한다.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유무와 무관하며 희소성은 loss가 처리한다.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22채널이며 z-score 빠른 채널 15와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log1p(Δt), 타깃별(이월값·신선도·flag) 3×2로 구성된다.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초, 행간 delta 초, 각각의 log1p이다.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값의 신뢰도는 10 ms 전인지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200 ms 전인지에 강하게 의존한다.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차이는 도달 범위(reach)이다.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관측을, 시퀀스는 세그먼트 전체를 읽는다. 이 차이는 백본 관문(결과 ③)과 도달 범위 사다리(7장)에서 측정된다.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감사: held / forward-fill된 CES_VT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감사 결과: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관측된 CES_VT 값의 54%가 계측기 유지값이었다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(같은 연속 블록 안에서 직전 관측과 bit-identical, 최대 1,214행 연속). V_rot의 고유 측정 주기가 행 주기보다 느려 값이 carry-forward된 것이며, 독립적인 측정이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585216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중 499개 파일이 영향을 받았고, CES_TI는 226,991행 중 1행이었다.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오탐 통로는 없다. V_rot는 소수점 5자리이며 값 간 최소 간격은 4e-5이다.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확정 프로토콜은 held를 모든 위치에서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지도 타깃, 이력·이월 입력과 그 관측 flag, 정규화 통계에서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모든 기준선의 보간 앵커에서도 제거하여 실제 측정만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held는 평가뿐 아니라 학습도 오염시켰다(짝지은 재학습으로 확인).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forward-fill 계단은 이력 복사가 최적이라고 학습시킨다.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–  따라서 민감도 한 줄이 아니라 프로토콜로 채택하였다.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331720"/>
            <a:ext cx="521208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331720"/>
            <a:ext cx="109728" cy="35661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46888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held 제거의 대가 — PR2 폴백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944368"/>
            <a:ext cx="475488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보간은 모델이 채점되는 모든 지점에서 예측해야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미래 이웃이 없으면 persistence로 후퇴한다.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폴백률은 Tᵢ 채점 행의 0.3–0.4%이다.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●  V_rot 채점 행에서는 40–44%이다.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따라서 V_rot의 ‘vs PCHIP’은 5분의 2가 ‘vs persistence’이다.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사전등록은 이 폴백률의 보고를 의무화하였다.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전체격자 인과 시퀀스 백본 seq_v2와 W=2 윈도 대조군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 읽고, V_rot 분기(1층 64)는 비-빠른 7채널만 읽는다. 총 파라미터는 357,570이다.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핵심 설계 결정과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라우팅은 head가 아니라 인코더에서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순환 상태를 공유하면 head를 어떻게 배선해도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빠른 진단 정보가 V_rot로 누출된다.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seq_v2는 분기 자체를 분리하였다. 빠른 15채널을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전부 섭동해도 V_rot 출력은 bit-identical이다.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도달 범위는 세그먼트 전체이다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W는 더 이상 하이퍼파라미터가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라벨 없는 행도 맥락으로 유지한다(빠른 진단은 조밀하다).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 대비 pooled Tᵢ는 +0.081이다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(16 run · CI [+0.067, +0.096] · 16/16 양수).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희소성은 loss가 처리한다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세그먼트의 모든 라벨 행에 타깃별 masked MSE를 적용한다.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LayerNorm과 작은 GELU head로 마무리한다.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AdamW 1e-3, batch 16 세그먼트로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val masked MSE로 조기 종료한다(patience 6, 상한 30).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해석 가능한 사다리 칸 b3k8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seq_v2의 프레이밍·라우팅을 유지하고 head만 교체한다.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예측 = 이월값 + Σ w·z + b (z ∈ [-1, 1], K = 8 / 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readout을 0으로 초기화하여 정확히 persistence에서 출발한다.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21,498 파라미터로 백본의 6%이다(결과 ⑨).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탐색의 교훈: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윈도 계열 두 라운드에서 살아남은 메커니즘은 attention pooling 하나였고, 확정 프로토콜에서도 같은 교훈이 반복되었다(attention 후보 비유의, 폭 스윕 평평). 이것이 모델 절이 짧고 평가 절이 긴 이유이다.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모델이며 201,258 파라미터이다.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GRU(64)로 부호화한다.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타깃이 실제 관측된 행에만 질량을 허용한다.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0개로 이식한다.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나머지는 백본과 동일하게 고정하였다.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계약·held 처리·분할·채점 모집단이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두 모델은 행 단위로 paired 비교된다.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head는 빠른진단+시간+이력을, V_rot head는 이력+시간을 읽는다. 이 구조는 약 40회의 keep/discard 통제 실험의 결과이며, 현재는 (i) 백본 관문의 비교 대상, (ii) 절제 실험의 무대, (iii) 캠페인 붕괴의 재현자로 쓰인다.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절차: 손실 함수와 최적화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7889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손실 — 타깃별 masked 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를 Tᵢ·V_rot 각각에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타깃만 손실에 기여하고 결측 타깃은 마스킹으로 제외한다.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Tᵢ·V_rot는 독립 결측(8.2% / 23.9%)이므로 한쪽만 있어도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세그먼트의 모든 라벨 행에 대해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없는 행은 맥락으로만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출력은 정규화 단위이며 역정규화는 평가에서만 수행한다.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7889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최적화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seq_v2는 AdamW 1e-3, batch 16 세그먼트로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 masked MSE로 조기 종료하였다(patience 6, 상한 30 epoch).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확정 실행은 14–25 epoch에서 종료되었다.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같은 데이터 계약과 파일당 샘플 상한 500을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분할 seed와 초기화 seed를 분리하였다(분할 4 × 초기화 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loss가 비유한이면 즉시 실패하도록 하였다(조용한 NaN 금지).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89120"/>
            <a:ext cx="1120140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아키텍처의 출처 — 깨끗한 val skill을 게이트로 쓴 keep/discard 통제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반복마다 구조 변경을 하나만 적용하고 처음부터 재학습한 뒤, 증강 없는 검증셋의 skill_vs_pchip으로 채점하였다.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증강 val loss는 보간이 이미 강한 곳에서 평활화를 보상하므로 쓰지 않았으며, TEST는 전 과정에서 봉인되었다.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평가 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사전등록 · shot 군집 bootstrap · TEST 동결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split과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전에 예약되었고 선택 중에는 열리지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이루어져 headline에 winner's curse가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 arm이 동일한 (file, row) 집합과 마스크로 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짝지은 비교 전에 모집단 키가 bit-identical임을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타깃 자신의 값을 제외하고 이웃만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PR1: headline 기준선은 PCHIP이며 사다리 전체를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PR2: 보간은 모든 채점 지점에서 예측하고 폴백률을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PR3: TEST 하한은 15 방전·3,000 Tᵢ 샘플 이상이다(충족).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PR4: shot 군집 bootstrap 95% CI가 0을 제외하면 PASS이다.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채점 전 결정 규칙 커밋 · 문턱 민감도이다.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headline. 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>보간과 모델 모두 세그먼트 경계를 넘지 않으며, 경계 밖 이웃이 필요하면 보간은 persistence 값을 대신 예측한다(모집단 축소 없음).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bootstrap: 재현 단위를 shot으로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한 방전(shot) 내 인접 CES 행은 강하게 상관된다.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–  개별 샘플을 독립으로 보면 불확실성이 크게 과소평가된다.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PR4 검정은 샘플별 짝지은 오차 (SE_model -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shot 단위로 묶고 shot 전체를 복원추출한다(B = 10,000, 고정 seed).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●  skill 95% CI가 모델에 유리한 방향으로 0을 제외하면 PASS이다.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따라서 CI는 within-shot 복제가 아니라 shot 간 일반화를 반영한다.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모델 대 모델 비교도 같은 행 위에서 같은 paired bootstrap으로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백본 vs 윈도 대조군, 사다리 칸 vs 백본이 그 예이다.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463040"/>
            <a:ext cx="4526280" cy="41148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459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재현 단위 =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240280"/>
            <a:ext cx="411480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ECF1"/>
                </a:solidFill>
                <a:latin typeface="Malgun Gothic"/>
              </a:rPr>
              <a:t>개별 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AA5B1"/>
                </a:solidFill>
                <a:latin typeface="Malgun Gothic"/>
              </a:rPr>
              <a:t>자기상관으로 인한 가짜 복제이다 (X)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shot 전체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DE8CD"/>
                </a:solidFill>
                <a:latin typeface="Malgun Gothic"/>
              </a:rPr>
              <a:t>독립 복제의 단위이다 (O)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≈ 96 방전 · V_rot 60–66 방전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이 방전 수가 검정력의 상한이며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모든 유의성 판정의 구속 조건이다.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프로토콜: 규칙을 수치보다 먼저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모든 모델 결정은 검증 데이터 위에서, 또는 </a:t>
            </a:r>
            <a:r>
              <a:rPr sz="1400" b="1" i="0">
                <a:solidFill>
                  <a:srgbClr val="1B9E8A"/>
                </a:solidFill>
                <a:latin typeface="Malgun Gothic"/>
              </a:rPr>
              <a:t>해당 TEST 채점 이전에 문서로 확정된 결정 규칙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 아래에서 이루어졌고, TEST는 결정마다 한 번만 채점되었다.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19"/>
            <a:ext cx="91440" cy="2286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백본 관문 — 4조건을 먼저 고정하였다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4개 분할 전부에서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통합 실행 군집 CI가 0을 제외해야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③ 예산 균등화(고정 10 epoch)에서도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④ V_rot 손실이 없어야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네 조건이 충족되어 시퀀스 프레이밍을 백본으로 채택하였다(결과 ③).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874519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유일한 아키텍처 후보 — 미승격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seq_v2 + 관측 마스킹 인과 attention(0 초기화 사영)이었다.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대비 4/4 분할에서 양수였다: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+0.009 / +0.013 / +0.033 / +0.020.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그러나 유의는 1/4로 사전 기준 3/4 이상에 미달하여 승격하지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val에서는 2/2 유의였으며, 이것이 승격 bar를 TEST에 두는 이유이다.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4340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6227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나머지 결정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01184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윈도 계열은 한 번에 하나만 바꾸고 깨끗한 val skill로 keep/discard하였다. 이력 길이는 24-run 스윕(plateau 최소)으로, held는 감사로 제거하였다.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사다리 칸·폭 스윕은 두 갈래 판정과 서술적 읽기(상한 / 무릎)를 TEST 채점 전에 문서화하였다.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스윕 위에서 백본을 재선정하는 것은 구성상 금지된다.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Tᵢ 4/4+4/4 · V_rot 동률 · 스트레스 2종 생존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백본은 인과 기준선을 압도하고 오프라인 평활기와 동률이다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24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타깃 모두에서 최저 RMSE를 기록하였다.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4%, V_rot 18% 낮고, 미래를 읽는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23.7, PCHIP 412.4 / 30.2, 인과 GP 394.6 / 28.8, persistence 478.0 / 33.4이다. 스파이크가 Tᵢ RMSE를 두 배 이상 키우지만 순서는 바뀌지 않았다.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Headline: Tᵢ는 두 모집단 모두에서 4/4를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25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+0.264(평균 +0.236)로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+0.316(평균 +0.268)로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전부에서 인과 GP(+0.08~+0.17)와 persistence(+0.36~+0.46)도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유의)이며 이를 상한으로 명시한다.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양수이나 PR4는 컷 1/4, 포함 2/4로 잡음 수준이다.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persistence 대비 3/4 양쪽(+0.30~+0.50), 인과 GP 대비 2/4이다.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것은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모든 arm이 PCHIP 대비 좋아 보이기 때문이며 결과 ⑨에서 분해한다.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관문(B.1): 전체격자 프레이밍은 윈도 대조군을 16/16에서 이겼다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26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Tᵢ는 16/16 양수, 13/16 유의였다.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평균은 다음과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추정치는 +0.081이다.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CI는 [+0.067, +0.096]이다.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부호가 유지되었다.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열세는 0/16이었다(우세 8/16).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분할의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+0.029으로 8/8 양수(각 2/4 유의)였다.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의미: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동률(1/4)이나 시퀀스 백본은 4/4+4/4이다. 세그먼트 과거 전체로의 도달 범위가 최강 배치 기준선을 이기게 하며, 윈도 조립과 조합 증강이 없어 학습 비용은 1/10이다.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간극 영역: 비인접 시점에서도 우위가 유지되었다(4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분할별로는 넓은 Δt 층의 표본이 수십 개뿐이므로 4개 test 분할을 합치고 방전 단위로 군집화하였다. PCHIP은 미래 앵커를 읽고 모델은 읽지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Δt 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1109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911096"/>
            <a:ext cx="950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911096"/>
            <a:ext cx="2734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컷: vs PCHIP (95% 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911096"/>
            <a:ext cx="2688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포함: vs PCHIP (95% CI)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2257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≤ 15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2257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134,546 / 135,317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32257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32257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+0.239 [+0.197, +0.274]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32257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+0.299 [+0.244, +0.347]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605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743200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15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743200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3,422 / 3,334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743200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265 / 263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743200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+0.268 [+0.187, +0.337]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743200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+0.206 [+0.108, +0.290]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163824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45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163824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460 / 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163824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104 / 101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163824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+0.267 [+0.092, +0.414]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163824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-0.004 [-0.304, +0.246]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017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11296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58444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≤ 15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584448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51,689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584448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584448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3584448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+0.317]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223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00507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15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005072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466 / 456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4005072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4005072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+0.418 [+0.104, +0.680]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4005072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+0.432 [+0.128, +0.696]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0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352544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42569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45 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442569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442569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442569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0" y="442569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7636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세 가지 읽기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Tᵢ 우위는 인접 이력에 국한되지 않는다. &gt; 15 ms에서 두 모집단 모두 PASS이다(persistence 대비 +0.40 / +0.43).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&gt; 45 ms는 컷에서 승, 포함에서 동률이다. 429행/101 방전은 스파이크 앵커 몇 행이 층을 지배할 수 있는 규모이다.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③ V_rot는 보간이 가장 어려운 &gt; 15 ms에서 두 모집단 모두 PCHIP를 이겼다. 이것이 유일한 V_rot 무조건부 양성이다.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스트레스 ①: 실제 결측점 분포로 재가중(MNAR)하여도 인과 대비 우위는 8/8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층은 Δt(15/25/45 ms) × 입력만의 활동 flag이다. 결측 행의 층 분포로 채점 지점을 재가중하였다(30 미만 층은 기각, 가중 격자에도 컷 적용). 도달 범위는 결측 Tᵢ의 </a:t>
            </a:r>
            <a:r>
              <a:rPr sz="1250" b="1" i="0">
                <a:solidFill>
                  <a:srgbClr val="13335F"/>
                </a:solidFill>
                <a:latin typeface="Malgun Gothic"/>
              </a:rPr>
              <a:t>54–68%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, 결측 V_rot의 </a:t>
            </a:r>
            <a:r>
              <a:rPr sz="1250" b="1" i="0">
                <a:solidFill>
                  <a:srgbClr val="C0392B"/>
                </a:solidFill>
                <a:latin typeface="Malgun Gothic"/>
              </a:rPr>
              <a:t>4–6%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만 in-domain이므로 재가중 V_rot은 결론을 내지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11096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91109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비가중 vs PCHIP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PCHIP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8600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2860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28600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+0.140 [-0.071, +0.290]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+0.398 [+0.278, +0.518]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325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42032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61518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6151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261518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+0.164 [+0.062, +0.250]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+0.366 [+0.299, +0.448]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6169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94436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29443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294436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+0.257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+0.203 [-0.024, +0.346]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+0.310 [+0.227, +0.398]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908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200400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27355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32735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3273552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[+0.069, +0.392]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+0.381 [+0.246, +0.464]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5200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0273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360273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3602736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+0.140 [+0.033, +0.250]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+0.443 [+0.141, +0.623]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8492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3858768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3192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37360" y="393192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51760" y="393192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+0.217 [+0.086, +0.319]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+0.383 [+0.273, +0.536]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17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26110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426110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0" y="426110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0624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+0.167 [+0.067, +0.265]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[+0.172, +0.380]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4517136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459028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37360" y="459028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51760" y="459028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+0.316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0624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+0.221 [+0.050, +0.320]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+0.337 [+0.164, +0.455]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36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Tᵢ 우위는 온라인 시스템의 실제 상대(persistence)에 대해 두 모집단 4/4 생존하였다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(+0.28~+0.44, MNAR 보정 비용 최대 0.12).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PCHIP 대비 점추정은 +0.14~+0.28로 유지되었으나 고정 가중 CI가 컷 2개 분할에서 0을 지났다(컷 2/4 · 포함 4/4).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진술: 실제 결측·in-domain 시점에서 나우캐스터는 모든 인과 CES-only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스트레스 ②: 캠페인(시간) 분할에서 윈도는 붕괴하고 백본은 4/4+4/4로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29</a:t>
            </a:r>
          </a:p>
        </p:txBody>
      </p:sp>
      <p:pic>
        <p:nvPicPr>
          <p:cNvPr id="10" name="Picture 9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018"/>
            <a:ext cx="7178040" cy="281893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26679" y="1243584"/>
            <a:ext cx="3977639" cy="3017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26679" y="1243584"/>
            <a:ext cx="91440" cy="30175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1344168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설계와 수치 (Tᵢ vs PCHIP)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773936"/>
            <a:ext cx="3566160" cy="2468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train 416 (30801–31991)으로 학습하였다.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val 128 (32002–32310) · test 97 (32312–32751)이다.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C0392B"/>
                </a:solidFill>
                <a:latin typeface="Malgun Gothic"/>
              </a:rPr>
              <a:t>–  초기화 seed 4개이며 분할 4개가 아니다.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윈도 OFF: 컷 2/4 · 포함 0/4 · 인과 GP 0/4로 붕괴하였다.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●  윈도 ON(shot별 표준화, 컷)은 4/4로 회복되었다.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  seq_v2 컷: +0.187/+0.174/+0.181/+0.177이다.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9E5B"/>
                </a:solidFill>
                <a:latin typeface="Malgun Gothic"/>
              </a:rPr>
              <a:t>–  포함: +0.173/+0.202/+0.198/+0.184로 4/4+4/4이다.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389120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53128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4453128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4453128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46320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846320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4846320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65979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175504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248656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(결과 ⑤)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5248656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5248656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568315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5099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 (이 슬라이드)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65099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65099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97065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961888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원인은 측정되었다: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train→test 드리프트는 BES 1.22σ, ECEI 0.53σ인 반면 타깃은 0.115σ였다. seq-윈도 마진은 8/8 유의였고 V_rot도 persistence 대비 seq 4/4 양쪽(윈도 0/4)이었다. 남는 주의점은 한 시간 블록 위의 초기화 4개와 컷 run 2/4의 상한 종료이다.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비대칭이 절제 실험으로 확인되었다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30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타깃 모두에 필수적이다.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no_fast는 -0.125(paired 4/4 유의 감소)이다.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채널은 충돌 e–i 결합(ECEI Tₑ · BES nₑ)이다.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모집단에는 스파이크 강건성 성분이 섞인다.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 전용도 PCHIP를 +0.15~+0.23 이겼다.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몫은 0.03–0.09이다.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이력에서 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채널을 0으로 두면 출력이 bit-identical이다(8/8).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미관측과 Mirnov 100 Hz 앨리어싱이 원인이다.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6.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관측 하나로 충분하다: 윈도 스윕이 W=2의 근거이다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W ∈ {2,3,4,6,8} × seed 4개와 history-0으로 </a:t>
            </a:r>
            <a:r>
              <a:rPr sz="1300" b="1" i="0">
                <a:solidFill>
                  <a:srgbClr val="13335F"/>
                </a:solidFill>
                <a:latin typeface="Malgun Gothic"/>
              </a:rPr>
              <a:t>독립 run 24회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를 수행하였다. held-free 학습·평가, 파일당 500, 컷 없음(이 스윕의 동결 W=2 run이 포함 모집단 대조군)이며, 각 run은 자기 자신의 held-out TEST skill_vs_pchip으로 채점하였다.</a:t>
            </a:r>
          </a:p>
        </p:txBody>
      </p:sp>
      <p:pic>
        <p:nvPicPr>
          <p:cNvPr id="11" name="Picture 10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4395"/>
            <a:ext cx="7086600" cy="284699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10512"/>
            <a:ext cx="4069080" cy="3794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38528"/>
            <a:ext cx="3657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곡선이 보여주는 세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432304"/>
            <a:ext cx="365760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history가 없으면 무너진다.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-0.026 (0/4), V_rot -0.783이다.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과거 관측 1개가 skill의 전부를 만든다.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W=2에서 Tᵢ +0.238 (4/4), V_rot +0.206이다.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이후 곡선은 평평하다(Tᵢ 0.190–0.246).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점 내부 seed 산포 0.07–0.16이 곡선 전체보다 크다.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따라서 plateau 최소 W는 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넓은 W의 유일한 논거는 커버리지인데,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그것은 시퀀스 프레이밍의 논거이다.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8756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결론 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W=3 +0.246(4/4), W=4 +0.221(3/4), W=6 +0.190(3/4), W=8 +0.216(4/4)으로 곡선은 평평하다. 이력을 늘려 얻는 것은 skill이 아니라 &gt; 15 ms 채점 커버리지(456→1,958)이며, 시퀀스 프레이밍이 W 없이 해결한다. 7장은 ‘관측 수’와 별개의 자원인 ‘연속 문맥 길이’를 측정한다.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축: 상한은 추정기가 아니라 정보에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32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anchor는 컷 +0.35~+0.42, 포함 +0.29~+0.34로 양쪽 4/4 유의이다.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8개와 persistence로 압축된다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+0.002(CI 전부 0 포함),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probe 결과 latent은 직전 Tᵢ(R² 0.47–0.75)와 ECEI Tₑ(0.31–0.48)를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분산 부호화하며 보정은 예측 분산의 25–39%이다.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포함에서는 -0.194(4/4 유의)이다. 유계 보정으로는 스파이크 앵커를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살리지 못하며, ≈1% 행이 모든 arm SSE의 70–83%를 차지한다.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 축은 닫혔다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34k / 49k / 114k / 358k / 879k 파라미터에 해당한다.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skill은 +0.230 / +0.236 / +0.235 / +0.236 / +0.230(컷)이다.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±0.008이며 최대 폭의 유의 우세는 1/4, V_rot는 불변이다.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남은 분산은 모델 크기가 아니라 분할 분산이다.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재현성 상한: 모델 오차는 타깃 자신의 10 ms 재현성과 같은 크기이다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25296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타깃은 광자 적분 스펙트럼 피팅이므로 스스로 잡음을 지닌다. 차분 기반 추정기로 그 재현성을 재면 상한이 상대 비교가 아닌 절대 단위로 표현된다.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871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재현성 추정기 (전부 상한)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709928"/>
            <a:ext cx="14538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0992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V_rot (km/s)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2140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차분 (Rice)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12140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151.8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12140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6849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78024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5117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2차 차분 (GSJS)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55117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139.9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55117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22.8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89826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980944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3차 차분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980944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80944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19.5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280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337560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10712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차분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3410712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129.9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3410712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16.4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5780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40480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· 상위 5% 절사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3840480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68.7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40480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8757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97096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7024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· MAD (본류)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427024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46.4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27024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6173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626864"/>
            <a:ext cx="6309360" cy="429768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70001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백본 seq_v2의 RMSE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470001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157.8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470001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23.6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04710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074920"/>
            <a:ext cx="6309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컷 모집단, 641파일 전수, held 제외·스파이크 컷 후 연속 관측 구간에서 측정하였다. 차수가 오를수록 신호 편향이 벗겨지며, 4차에서도 아직 하강 중이므로 129.9 eV는 수렴값이 아니라 상한이다.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86600" y="16276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86600" y="1627632"/>
            <a:ext cx="91440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24344" y="17373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① 절대 기준이 생겼다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24344" y="21396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백본은 Tᵢ를 157.8 eV로 복원하고, 타깃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재현성은 46~130 eV이다. 같은 자릿수이며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 점수가 만들 수 없는 물리 단위의 문장이다.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86600" y="32278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086600" y="3227832"/>
            <a:ext cx="91440" cy="1517904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24344" y="33375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상한은 꼬리에 있다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24344" y="37398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4차 차분 제곱질량의 46.6%(V_rot 65.6%)가 상위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1%에 있다. 본류에서 모델은 타깃 산포의 2.3~3.4배로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MSE의 7~9%만 환원 불가능하며, 여지가 남아 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86600" y="48280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86600" y="4828032"/>
            <a:ext cx="91440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24344" y="49377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③ 크기 축이 평평했던 이유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24344" y="53400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폭 26배·계열 3종의 평평함은 정보 고갈이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지표가 꼬리 통계인 결과이다. 지목된 다음 측정은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강건 공동 지표의 재채점이며 사전등록 후 실행한다.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34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가치가 발생하는 위치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peak는 입력 기반 고-국소활동 이웃으로 정의한다.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타깃 행 자체는 제외한 보수적 영역 프록시이다.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peak는 컷 +0.45~+0.61, 포함 +0.62~+0.72이다.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PASS로 무조건부이다.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본류는 +0.09~+0.20(컷 4/4), +0.06~+0.19(포함 2/4)이다.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peak는 +0.54~+0.79(8/8 양수, PASS 각 2/4)이다.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+0.75~+0.86으로 8/8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≈0(-0.07~+0.15, 0/8)이다.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최적에 가깝다.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비대칭은 전역이 아니라 지역적이다.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구간의 사례: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35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관찰되는 현상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관측한다.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과거와 미래를 모두 읽는 오프라인 보간임에도 그러하다.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과거와 빠른 진단만 쓰는 인과 모델이다.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 RMSE는 199.2로 PCHIP 262.3보다 낮고 skill은 +0.42이다.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실측점(genuine, 컷 후)이다.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V_rot는 17.3 vs 19.5로 skill +0.21이다(n = 149).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집중되며 결과 ④⑩과 일관된다.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가능성: 지연과 불확실성을 측정하였다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4231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지연 — 상태 유지 1-step은 CPU 10 ms 예산에 여유 있게 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온라인에서는 은닉 상태를 격자를 따라 이월하여 새 행마다 1-step만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seq_v2 CPU 중앙값 1.05 ms / p99 1.61 ms로 예산의 16%이다(유휴 세션).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세션에서 인과 GP는 p99 2.34 ms, 윈도 대조군 W=2는 4.46 ms(44.6%)였다.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순서는 세션마다 불변이다: seq_v2 &lt; 인과 GP &lt; 윈도 W=2 &lt; 윈도 W=4.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절댓값은 세션 간 2–21.8배 변동하므로 절댓값이 아니라 순서와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연산자 개수를 주장한다(7장).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91440" cy="24231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불확실성 — split conformal (재학습 없음, α = 0.10)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해당 run 자신의 val에서 보정하며 예측기는 건드리지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절차를 PCHIP·persistence에도 적용한 공정 비교이다.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모델 구간이 32/32 셀에서 두 기준선을 Winkler 점수로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1,272 vs 1,554 vs 1,727(컷), 2,290 / 2,851 / 3,120(포함)이다.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150 vs 164 vs 179이다.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Mondrian 보정은 Tᵢ 팔을 4–5% 조이며 판정은 불변이다.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39"/>
            <a:ext cx="11201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77639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087367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실무 지침과 인정하는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89703"/>
            <a:ext cx="10817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상태 유지형 나우캐스터를 제어 계산기의 CPU에서 실행하면 10 ms 예산의 80% 이상이 획득과 제어에 남는다.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①: coverage는 marginal이며 조건부가 아니다. Tᵢ 0.87–0.92(목표 0.90), V_rot 0.91–0.94이고 shot별로는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②: 지연 절댓값은 기계·전원 상태에 종속된다. 5세션 프로토콜에서 p99 산포가 21.84배까지 관측되어 1 ms 판정은 보류되었다.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포함 모집단에서는 모델 Tᵢ 구간이 PCHIP보다 넓은데도(반폭 224–255 vs 211–241 eV) 점수가 더 좋다. 스파이크가 miss 페널티를 키우고 모델이 덜 놓친다.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도달 범위 사다리 · 계열 비교 · 연산자 비용 · 승패 방전 (B.9, 2026-08-17 ~ 08-24)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도달 범위(reach)의 측정: 절단 사다리의 결손은 대부분 cold start였다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질문: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합성곱 대신 순환이 정당한가, 그리고 윈도 계열이 충분해 보이는데 무한 순환 상태가 필요한가. 두 질문은 ‘학습된 모델이 실제로 몇 스텝의 연속 과거를 쓰는가’로 환원된다. 동결된 B.1 백본 4개의 순환 상태를 ctx 스텝 전에 리셋하여 재학습 없이 재채점하였고(§8ac), 이어서 각 도달 범위에서 학습한 모델과 비교하였다(§8ae, §8af).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1024128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21408"/>
            <a:ext cx="1591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도달 범위(스텝)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21408"/>
            <a:ext cx="2048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절단(상태 리셋) vs 전체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121408"/>
            <a:ext cx="2231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범위에서 학습 vs 전체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12140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warm-up 비중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3288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2 (20 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53288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-0.510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53288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-0.065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743B"/>
                </a:solidFill>
                <a:latin typeface="Consolas"/>
              </a:rPr>
              <a:t>4/4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53288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87%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1597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82549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89864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7 (70 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289864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-0.064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89864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89864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3335F"/>
                </a:solidFill>
                <a:latin typeface="Consolas"/>
              </a:rPr>
              <a:t>103%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18173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6440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15 (150 ms)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326440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2/4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26440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6440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54749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355701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363016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31 (310 ms)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363016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77840" y="363016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6840" y="363016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1325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99592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63 (630 ms)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31720" y="399592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+0.000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77840" y="399592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99592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27901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434840"/>
            <a:ext cx="11201400" cy="190195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507992"/>
            <a:ext cx="1069848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읽기 (CES_TI, 전체 블록 백본 대비 paired, 4 분할 평균)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절단 사다리는 63스텝이 되어야 자기 자신과 같아지지만, 그 범위에서 학습한 모델은 7스텝이면 충분하였다. 20 ms 결손 -0.510의 87%는 학습되지 않은 상태 재구축(cold start)이었다.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백본이 윈도 대조군보다 앞서는 +0.081(§8x)은 도달 범위 -0.065와 구조 ≈ -0.016으로 분해된다. 백본이 사는 것의 4/5는 얼마나 멀리 보는가이고 1/5는 무엇인가이다.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무한 문맥은 필요하지 않으며 더 낫지도 않다. 310·630 ms는 전체 블록보다 명목상 위(+0.023, +0.029, 0/4)이다. V_rot는 20 ms에서만 -0.013(2/4)의 작은 결손을 보였다.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밀집 사다리와 통합 재채점: 문맥 약 50 ms에서 포화하며, 문맥이 사는 것은 전형성이다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38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59733"/>
            <a:ext cx="5989320" cy="48791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1280160"/>
            <a:ext cx="51663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CES_TI vs 인과 GP, 301 방전 통합 (순환 계열, §8am)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1664208"/>
            <a:ext cx="5257800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728216"/>
            <a:ext cx="9052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728216"/>
            <a:ext cx="21854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skill [95% CI]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2680" y="172821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172821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-top10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8483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20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08483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+0.057 [+0.027, +0.085]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08483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208483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233133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2340864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414016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414016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+0.087 [+0.061, +0.111]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2414016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241401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+0.060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2660523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2743200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50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743200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+0.104 [+0.079, +0.128]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743200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27432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+0.077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2989707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37960" y="2999232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072384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3072384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+0.119 [+0.095, +0.142]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072384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30723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3318891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401568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3401568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+0.123 [+0.096, +0.148]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3401568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34015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3648075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37960" y="3657600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373075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373075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+0.143 [+0.118, +0.168]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373075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37307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+0.116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37960" y="397725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537960" y="4114800"/>
            <a:ext cx="516636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6560" y="4187952"/>
            <a:ext cx="475488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결과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사전등록 규칙(전체 대비 결손 &lt; 0.02, 유의 결손 ≤ 1/4)은 4·5·6·10스텝을 채운 뒤 50 ms를 반환하였다. 70 ms는 4·5·6이 학습되지 않아 생긴 값이었다.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4/4 계수는 한 스텝 간격에서 4/4→3/4→4/4로 요동하므로 문턱 위치 추정기에서 퇴출하고, 통합 추세 검정으로 대체하였다. 문맥 10배당 skill +0.050 [+0.036, +0.064]로 상승한다.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모델은 20 ms에서도 인과 GP를 이긴다. 문맥이 사는 것은 평균이 아니라 전형성이며, 승리 방전 비율이 0.52에서 0.66으로 오른 뒤 평평해진다.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계열 비교: 같은 문맥에서 순환·확장 합성곱·attention은 0.023 이내로 동률이었다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 계열을 seq_v2의 라우팅을 유지한 채 각자의 수용 범위에서 학습·채점하고, 같은 도달 범위의 LSTM 칸과 행 단위로 paired 비교하였다(§8ag, §8ak, §8al). 계열이 유일한 변수가 되도록 문맥을 고정하였다.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93726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47088"/>
            <a:ext cx="1042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847088"/>
            <a:ext cx="950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Tᵢ paired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184708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V_rot paired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22199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222199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71,442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222199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46849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478024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5117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80" y="255117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128,034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55117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279768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2880360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2880360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947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288036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126867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3136392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3209544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8308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3209544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47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60" y="320954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3456051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3538728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8308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97480" y="3538728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47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-0.023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Malgun Gothic"/>
              </a:rPr>
              <a:t>0/3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353872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차이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5256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3785235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02920" y="3794760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4360" y="386791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8308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97480" y="386791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947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852160" y="386791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951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5256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411441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4360" y="419709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8308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97480" y="419709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47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2160" y="419709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951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5256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444360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" y="4526280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670"/>
                </a:solidFill>
                <a:latin typeface="Malgun Gothic"/>
              </a:rPr>
              <a:t>같은 도달 범위의 LSTM 칸 대비 paired skill(4 분할 평균). 승/패는 CI가 0을 제외한 분할 수이며, 판정은 사전등록 §3.2 규칙(|Δ| &lt; 0.02, 유의 ≤ 1/4 = 동률)이다.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2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02920" y="484632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판정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순환과 확장 합성곱은 같은 칸(70 ms)에서 전환하며 공유 칸 전부에서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attention만 70 ms에서 -0.023(3/4 유의)으로 뒤지며 150 ms부터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 효과의 최댓값 0.023은 문맥 효과 +0.060(20→70 ms)의 1/2.6이다.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217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484632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55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10k 파라미터 아래에서는 동률이 깨진다 (§8ai)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55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크기를 맞춘 순환 arm 대비 합성곱 arm은 +0.027~+0.040(3–4/4 유의)이다.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tcn2k(1,808 파라미터)는 인과 GP를 4/4로 이기며 백본과 +0.001 차이이다.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계열은 상한이 아니라 상한에 이르는 데 필요한 파라미터 수를 정한다.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비용 모델: 온라인 1스텝의 지연은 파라미터가 아니라 디스패치 연산자 수에 비례한다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786384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15453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62456"/>
            <a:ext cx="8595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362456"/>
            <a:ext cx="11338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ops / 스텝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최소 중앙값 µs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362456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µs/op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73736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stock nn.LSTM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73736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73736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6.72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98386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993392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06654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06654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206654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378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206654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31305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39572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seq_v2_tight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39572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239572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352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39572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64223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651760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724912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v2m2k_tight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724912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2,362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2724912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2724912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71419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tcn15_lean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054096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3054096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3054096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300603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310128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38328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tcn63_lean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600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60" y="338328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0600" y="338328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305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8076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338328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362978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71246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tcn2k_tight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371246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0600" y="371246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8076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371246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395897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" y="3968496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404164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xfmr63_tight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KV 캐시 융합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60" y="404164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404164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8076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1,504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404164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428815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503920" y="1298448"/>
            <a:ext cx="3200400" cy="3337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0" y="1417320"/>
            <a:ext cx="288036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계열별 비용 법칙 (§8aj)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순환: 도달 범위에 O(1)이다. 상태가 과거를 실어 나르므로 111 ops가 모든 칸에서 같다.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확장 합성곱: O(log R)이다. 층당 정확히 +48 ops이며 RF = 2^(L+1) - 1이다.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attention: O(1)이나 상수가 크다. KV 캐시로 도달 범위는 무료이지만 473 ops로 융합 순환의 4.3배이다.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변환율은 2.1–3.2 µs/op로 거의 상수이다(파라미터 151배 범위, 세 계열 전부).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2920" y="4754880"/>
            <a:ext cx="11201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77240" y="4828032"/>
            <a:ext cx="106984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판정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비용 모델은 t ≈ N_ops × 2–3 µs이다. 파라미터 151배는 지연 1.6배만 사며, v2m2k의 스텝당 산술은 약 2.4k MAC으로 마이크로초 수준이다. 백본의 구현 사다리는 0.793 → 0.688 → 0.378 → 0.352 ms(2.25배)이며 융합은 거의 소진되었다.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10 ms 예산은 어느 arm에도 구속 조건이 아니다(§8ah, 전 arm 2배 이상 여유). 1 ms 판정은 5세션 p99 산포 21.84배로 인해 사전등록 규칙이 보류하였으며, 조용한 기계에서의 재측정이 지목된 측정이다.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따라서 아키텍처는 skill이 아니라 비용으로 선택한다. tcn3k(3,238)와 v2m4k(3,898)는 인과 GP를 4/4로 이기는 최저 비용 운용점이다.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50" b="1" i="0">
                <a:solidFill>
                  <a:srgbClr val="13335F"/>
                </a:solidFill>
                <a:latin typeface="Malgun Gothic"/>
              </a:rPr>
              <a:t>승패 방전 분석: 모델은 타깃이 움직이는 방전에서 이기며, V_rot의 우위는 shot-general이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6126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방전 단위 승률 (동결 B.1 산출물, §8al §4)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12648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승리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top-1 방전 기여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084832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인과 GP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0.695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E9E5B"/>
                </a:solidFill>
                <a:latin typeface="Consolas"/>
              </a:rPr>
              <a:t>9–16%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49627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359152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32304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PCHIP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Consolas"/>
              </a:rPr>
              <a:t>0.557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697099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79776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인과 GP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0.481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49–164%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044571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054096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127248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PCHIP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3127248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0392B"/>
                </a:solidFill>
                <a:latin typeface="Consolas"/>
              </a:rPr>
              <a:t>0.329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392043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520440"/>
            <a:ext cx="6126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약 62개 방전 중 상위 5개를 제거하면 4개 분할 전부에서 통합 우위가 0 이하로 떨어진다(split 42: +0.331 → -0.006). Tᵢ는 같은 처리에서 +0.045~+0.113을 유지한다. 따라서 V_rot는 검정력 부족이 아니라 소수 방전에 집중된 우위이다.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타깃 산포 3분위별 승률 (v2r63, 통합, §8an)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66560" y="1645920"/>
            <a:ext cx="493776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170992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3분위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승률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중앙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승률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3564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중앙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084832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조용함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34%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3564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-0.091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2349627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766560" y="2359152"/>
            <a:ext cx="493776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0" y="2432304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중간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83%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66560" y="2697099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2779776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변동 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1540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+0.156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552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55%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+0.031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3044571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3154680"/>
            <a:ext cx="49377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11개 공변량 중 ‘방전 내 타깃 산포’만이 승패를 예측하였다(순열 검정, Bonferroni: Tᵢ ρ = +0.401, V_rot ρ = +0.281). 캠페인 위치·간극 길이·peak 비율·held 비율·독립 관측 수·Tₑ 수준은 전부 null이었다.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920" y="452628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7240" y="4599432"/>
            <a:ext cx="1069848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메커니즘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평평한 방전에서는 인과 GP가 이미 최적에 가까우므로 모델이 분산을 더해 근소하게 진다. 대부분의 방전이 조용하므로 V_rot의 통합 승률 0.46–0.48은 이길 것이 없는 방전의 비율이다.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변동이 큰 3분위에서도 Tᵢ는 85%, V_rot는 55%만 이긴다. 이 잔차는 회전의 구동 변수(NBI 토크)가 데이터에 없다는 §2.3d의 결론과 일치한다(Tₑ~V_rot r = +0.024, p = 0.58가 세 번째 독립 증거). 모델은 입력이 없는 운동을 추적할 수 없다.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문장은 ‘V_rot는 검정력 부족’이 아니라 ‘V_rot의 우위는 회전이 실제로 변하는 방전에 집중되며, 거기서도 작다’로 바뀐다. 이를 뒤집을 측정은 B.6이며, μs 재획득이 모드 회전 주파수를 제공하면 변동 3분위의 승률이 먼저 올라야 한다.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확장 프로그램의 현황: μs 재획득 shot 집합은 동결되었고, 양자 가지는 음성으로 종결되었다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6576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B.6 — 마이크로초 재획득 shot 집합 (§8ao, 2026-08-21 동결)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641/641 방전을 OpenAlex 전문 검색으로 스캔하여 문헌 등장 방전 11개를 확정하였다.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5자리 번호의 위양성 4부류(타 장치 shot, DOI 조각, 비플라스마 논문,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AIP 논문번호 03xxxx)를 판별 체계로 기록하였다. 하루 15건이 위양성이었다.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역할 배정: test 4(31921·31873·31114·31902), pool 6(31097·31359·31747·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32027·32092·32097), companion 2(31923·31357)이다.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test = 4는 V_rot 유효 군집 3개(296/311/412행)를 확보하며 측정 검정력은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0.750 / Tᵢ 0.368이다.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#32092는 NF 2026 QH-mode 대표 방전으로 confirmed 되었고(EHO n = 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~4/~8 kHz), B.6의 다섯 번째 양성 대조가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μs 입력은 10 ms 예측을 개선하는가를 묻는 것이며, 타깃 격자는 바뀌지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25880"/>
            <a:ext cx="91440" cy="36576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양자 가지 — 하드웨어 검증 후 종결 (§8ap, 2026-07-26 → 08-24)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변분 양자 회로(VQC)를 파라미터 수를 맞춘 고전 MLP와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PCA 축소 입력에서 비교하고, IonQ Forte에서 55개 회로를 실행하였다($1,418.44).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정확도: 무잡음 시뮬레이터에서도 persistence에 진다(471.5 vs 449.6 eV).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지연: 예측당 22.9 s로 10 ms 예산의 약 1,800배이다.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하드웨어: 탈분극 계수 λ = 0.661 ± 0.040(16.7σ)으로 진폭의 34%만 반환된다.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확장성: 입력 차원과 파라미터를 늘리면 고전 대조군도 나빠져 여유가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QML 4계열 중 3계열(변분·고정 특징맵·저장소)은 닫혔다.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양자 커널은 고전 대조군과 동률(+0.3279 vs RBF +0.3307)이며,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학습형 양자 인코더는 미결로 표기하였다.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어떤 수치도 백본의 skill과 나란히 인용되지 않으며, 코드는 experiments/quantum/에 격리된다.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6636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9512"/>
            <a:ext cx="106984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위치 설정 (§9.5):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논문은 10 ms 격자에서 완결되며, μs 프로그램은 의존성이 아니라 확장이다. 현재 격자는 99.46% 균일하므로 ‘불규칙 샘플링을 다룬다’는 주장은 이 데이터로 뒷받침되지 않으며, 다중 속도 획득이 그것을 실재하게 한다. attention은 도달 범위가 스텝이 아니라 경과 시간으로 정의되는 유일한 계열이므로, 여기서 패한 계열이 격자가 비균일해질 때 이길 것이라는 반증 가능한 예측이 성립한다.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결론 · 한계 · 향후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주장하고 무엇을 인정하는가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 (5가지)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453895"/>
            <a:ext cx="676656" cy="67665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45389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38988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Tᵢ는 미래를 읽는 보간을 두 모집단 모두에서 유의하게 능가하였다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72821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skill_vs_pchip 컷 +0.17~+0.26, 포함 +0.23~+0.32로 4개 독립 분할 전부 shot 군집 95% CI가 0을 제외하였다(4/4+4/4). 인과 GP는 8/8 셀에서 이겼고, 최강 오프라인 평활기(GP)와는 동률이며 이를 상한으로 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459736"/>
            <a:ext cx="676656" cy="67665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395727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배치 주장은 두 스트레스를 견뎠다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73405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실제 결측 in-domain 시점에서 인과 방법 대비 8/8 생존, 캠페인 경계 너머 PCHIP·인과 GP 대비 4/4+4/4이다. 대체된 윈도 대조군은 오프라인 우위를 잃었고(2/4·0/4) 그 원인은 드리프트로 측정되었다.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465576"/>
            <a:ext cx="676656" cy="676656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6557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40156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약 50 ms의 연속 인과 문맥이 우위를 전형적으로 만들며, 어떻게 넘느냐는 비용을 정한다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73989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 ms에서도 인과 GP를 이기지만 승리 방전 비율은 0.52이며 50–70 ms에서 0.66으로 평평해진다. 세 계열은 같은 문맥에서 0.023 이내로 동률이므로 아키텍처는 비용(연산자 수: 순환 O(1), 합성곱 O(log R), attention 4.3배 상수)으로 선택한다.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4340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471416"/>
            <a:ext cx="676656" cy="67665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47141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0740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V_rot는 전역 동률이며, 우위는 회전이 실제로 변하는 방전에 집중된다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74573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 대비 1/4·2/4이나 &gt; 15 ms 간극과 peak 층에서는 이겼다. 빠른 채널을 0으로 두어도 출력이 동일하고, 승률은 조용한 방전 34%·변동 방전 55%로 구동 변수(NBI 토크)의 부재를 가리킨다. 검정력 문제가 아니다.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5477255"/>
            <a:ext cx="676656" cy="67665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4772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41324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총합 손실의 상한은 추정기가 아니라 정보에 있으며, 남은 레버는 데이터이다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75157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21,498 파라미터 b3k8이 컷에서 백본과 동급이고 폭 34k→879k는 평평하다. 다만 타깃 자신의 10 ms 재현성이 46~130 eV이므로 이 진술은 총합 MSE에 한정된다. 남은 레버는 CES 피팅 품질·원본 kHz Mirnov·NBI 토크이다.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Mirnov 재가공으로 V_rot를 개선할 수 있는가: 정보는 전처리 단계에서 소실되었다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44</a:t>
            </a:r>
          </a:p>
        </p:txBody>
      </p:sp>
      <p:pic>
        <p:nvPicPr>
          <p:cNvPr id="10" name="Picture 9" descr="fig_mirnov.png"/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685800" y="1325880"/>
            <a:ext cx="4334256" cy="3291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40680" y="1325880"/>
            <a:ext cx="6263640" cy="3291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40680" y="1325880"/>
            <a:ext cx="9144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444752"/>
            <a:ext cx="5852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진단은 실측이다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901952"/>
            <a:ext cx="585216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같은 10 ms 격자의 연속 블록 내 lag-1 자기상관을 측정하였다.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–  BES +0.568, ECEI +0.572에 대해 Mirnov는 -0.009였다.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블록의 82%가 |r| &lt; 0.1이므로 이 격자 위에서는 백색잡음이다.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이는 kHz dB/dt를 안티앨리어싱 없이 100 Hz로 데시메이트한 서명이다.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연속 표본의 상대 위상이 무작위가 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진단 집합에서 회전의 유일한 대리(모드 회전 주파수)가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모델보다 상류에서 버려졌다.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54880"/>
            <a:ext cx="91440" cy="14813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① 시도한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적분·PCHIP 적분·|MC|·이동 RMS 특징을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4-seed paired 비교에서 개선은 없었다.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잃은 정보는 하류에서 복구되지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475488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해야 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 변경이 아니라 전처리 변경이 필요하다.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원본 kHz 스트림에서 윈도 RMS, 대역 파워,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모드 수, 모드 회전 주파수를 계산해야 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9016" y="475488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③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분기로 라우팅한다(사전등록된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pilot-then-expand 규칙 아래).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B.6의 μs shot 집합이 이 검정의 무대이다.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Tₑ가 NBI 가열을 대리하여 V_rot 정보를 담는가: 가설을 검정하고 기각하였다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이론적으로 가능한 경로이다.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NBI가 들어가면 전자가 가열되므로 Tₑ가 NBI 주입량을 간접 반영하고, 그렇다면 ECEI가 회전 정보를 간접적으로 운반할 수 있다. 이를 데이터로 직접 검정하였다.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4617720" cy="3310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91440" cy="3310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47672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가설의 인과 사슬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NBI 주입은 전자를 가열하여 Tₑ를 올린다.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따라서 Tₑ는 NBI power의 간접 대리 변수이다.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power가 크면 토크도 크다고 가정하면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ECEI가 V_rot 정보를 운반해야 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데이터에 NBI 컬럼이 없으므로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Tₑ 대리변수로 경로의 존재 여부를 검정하였다.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856231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shot 간 상관 (538 shot, ECEI 채널 평균 = Tₑ 대리)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2267712"/>
            <a:ext cx="6355080" cy="32918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331720"/>
            <a:ext cx="28712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관계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Pearson 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331720"/>
            <a:ext cx="14996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670048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67004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+0.353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670048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3e-17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2934843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2944368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3017520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CES_VT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01752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+0.024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3017520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0.58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3282315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3364992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~ |CES_VT|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36499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+0.001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364992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0.98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3629787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9240" y="3639312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3712464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변동성 ~ |CES_VT|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71246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712464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9240" y="3977259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4059936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BES 변동성 ~ |CES_VT|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405993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4059936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49240" y="4324731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4443984"/>
            <a:ext cx="6355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shot 내부에서도 같다: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Tₑ~CES_TI는 블록 평균 r = +0.246으로 부호가 일관되게 양수인 반면, Tₑ~CES_VT는 +0.006으로 부호조차 무작위이다(|r| &gt; 0.3 블록: 42.7% vs 14.8%).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30368"/>
            <a:ext cx="11201400" cy="10607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230368"/>
            <a:ext cx="109728" cy="10607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312664"/>
            <a:ext cx="10744200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결론 — 경로의 전반부는 참이고 후반부에서 끊긴다.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Tₑ가 가열 수준의 대리로 작동하는 것은 사실이다(Tᵢ와 r = +0.35). 그러나 같은 Tₑ가 V_rot과는 무관하다(r = +0.02, p = 0.58). 끊기는 지점은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power ≠ torque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이다. 토크는 빔 에너지·접선 반경·주입 기하에 의존하여 power와 분리된다. NBI 토크 확보는 모델링이 아니라 데이터 획득 과제이며, 문헌에 양성 대조(DIII-D 전방전 시뮬레이터)가 있다. 7장 ⑤의 승패 분석이 세 번째 독립 증거이다.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한계 &amp; 향후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4526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검정력: test 방전 96(Tᵢ) / 60–66(V_rot)이 모든 유의성의 구속조건이다.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포함 모집단에서는 ≈1% 행이 SSE의 70–83%를 차지한다.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MNAR 낙관: 재가중은 인과 비교엔 양쪽, 오프라인 비교엔 모집단 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도달 범위도 Tᵢ 54–68%, V_rot 4–6%에 그친다.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오프라인 주장의 상한은 GP 동률(1/8 유의)이다.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값 컷은 일방향 프록시이며 V_rot 스파이크는 컷되지 않은 채 남는다.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캠페인은 한 시간 블록(초기화 4개)이고 컷 run 2/4가 상한 종료였다.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통합 재채점은 방법의 기대 skill을 추정하며 단일 체크포인트의 배치 주장은 아니다.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승패 공변량 분석은 탐색적이며 사전등록 규칙이 없다.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지연 절댓값은 기계 종속이며 1 ms 판정은 보류되었다.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단일 장치 · conformal은 marginal · 페데스탈 상단 프레이밍에 한정된다.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4526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9E8A"/>
                </a:solidFill>
                <a:latin typeface="Malgun Gothic"/>
              </a:rPr>
              <a:t>향후 — 남은 레버는 전부 데이터이다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음성 결과는 그것을 뒤집을 측정을 지목할 때만 결론으로 인정한다.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① CES 피팅 품질 메타데이터(χ², 신호 수준)를 확보한다.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② 원본 kHz Mirnov 특징을 계산한다(V_rot 최상위 레버).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B.6 shot 집합(test 4 · pool 6 · companion 2)이 동결되어 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예측: 변동 3분위의 V_rot 승률이 먼저 올라야 메커니즘이 맞다.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③ NBI 토크 채널을 확보한다(회전의 원인 변수).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모델링이 아니라 데이터 획득 과제이며 양성 대조가 존재한다.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④ 조용한 기계에서 5세션 지연 프로토콜을 재실행한다(1 ms 판정).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용량·긴 문맥·계열 교체는 이미 배제되었다. 크기 축은 닫혔다.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항상 존재하는 빠른 진단으로 자주 비는 CES를 채우는, 엄격히 인과적인 가상 센서를 구축하였다.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Tᵢ는 미래를 읽는 PCHIP를 두 모집단 4/4+4/4로 능가하였고(+0.17~+0.32), 인과 GP는 8/8에서 이겼다.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결측 재가중 인과 대비 8/8과 캠페인 분할 4/4+4/4의 두 스트레스를 생존하였다(윈도 대조군은 붕괴).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연속 문맥 약 50 ms에서 skill이 포화하며 승리 방전 비율이 0.52→0.66으로 올랐고, 세 계열은 동률이었다.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V_rot는 전역 동률이며 우위는 회전이 변하는 방전에 집중되었다. 구동 변수의 부재가 원인이다.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비용은 연산자 수(2–3 µs/op)로 정해지며, 상한은 정보에 있다. 다음 단계는 데이터 레버 3종이다.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