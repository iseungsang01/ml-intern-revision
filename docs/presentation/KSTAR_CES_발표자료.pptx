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notesMaster" Target="notesMasters/notesMaster1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THESIS_RESULTS.md 8e / 8b.2 / 8f / 8k / 8u / 8x / 8ad이다. 연속시간 인코더는 코드가 2026-08-09에 제거되었고 판정만 남아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8d / 8t / 8x / 8y / 8z / 8aa / 8ab / 8ai이다. v3는 val에서 2/2 유의였으나 TEST에서 1/4에 그쳐 규칙대로 미승격하였다.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TokEye: https://arxiv.org/pdf/2602.20317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행은 통제 변수가 하나이며, TEST를 여는 팔은 사전등록 뒤에만 실행한다(§8j).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TokEye: https://arxiv.org/pdf/2602.20317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17904"/>
            <a:ext cx="11164824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81912"/>
            <a:ext cx="26426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81912"/>
            <a:ext cx="4014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81912"/>
            <a:ext cx="40690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97510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97510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97510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2277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05456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505456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505456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5313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35808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35808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035808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8348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93008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66160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566160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566160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138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96512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096512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4096512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441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553712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62686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62686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62686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745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38928"/>
            <a:ext cx="91440" cy="1188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9392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9392" y="5138928"/>
            <a:ext cx="91440" cy="1188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55864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55864" y="5138928"/>
            <a:ext cx="91440" cy="1188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93608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93608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물리적 근거: 두 갈래 라우팅은 설계 선택이 아니라 두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1201400" cy="10607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d/dt ( 3/2 · n_i · T_i )  =  Q_ei · (T_e - T_i)  -  ∇·q_i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d/dt ( n_i · m_i · &lt;R²&gt; · ω_φ )  =  -∇·Π_φ  +  T_NBI  +  T_NTV  +  T_int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보존식은 값이 아니라 변화율을 구속한다. 따라서 물어야 할 것은 V_rot과의 상관이 아니라 dV_rot/dt와의 상관이다.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530352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5973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각운동량 수지의 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59736"/>
            <a:ext cx="2093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5973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34640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LHS  dL/dt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관측쌍의 차분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측정됨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299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63824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36976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3697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0D 채널 전무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36976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부재 §8b.3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56635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639312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T_NTV ~ δB²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639312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 100 Hz 데시메이트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639312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음성 §8b.2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58971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968496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41648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041648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BES 밀도요동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4164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측정 → 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61307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43984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T_intrinsic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43984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∇T_i 필요, 스칼라뿐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443984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도달 불가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636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4"/>
            <a:ext cx="521208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V_rot의 완화 시간은 이 데이터로 잴 수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관측의 54%가 계측기 유지값이라 held 제거 시 16 ms,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유지 시 300 ms 초과로 19배 이상 벌어진다. Tᵢ는 held가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641파일 중 1행뿐이라 159 ms가 깨끗하다. 유지값 병리는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값의 54%뿐 아니라 그 동역학을 특징지을 능력까지 파괴하며,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토크·원본 kHz Mirnov에 이은 세 번째 취득 과제이다.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2395728"/>
            <a:ext cx="5687568" cy="20482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2395728"/>
            <a:ext cx="91440" cy="20482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2784" y="2505456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BES·ECEI와의 결합 (624 블록, lag 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2907792"/>
            <a:ext cx="5303520" cy="1408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Tᵢ   값 +0.341 / +0.311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+0.070 / +0.078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V_rot   값 +0.027 / +0.005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-0.006 / -0.003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에너지식에서는 신호를 잡으므로 널은 방법의 한계가 아니다.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535424"/>
            <a:ext cx="5687568" cy="177393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4535424"/>
            <a:ext cx="91440" cy="177393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4645152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시간 척도가 맞는다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47488"/>
            <a:ext cx="5303520" cy="11338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τ_eq = (mᵢ/2mₑ)·τ_e는 Tₑ 0.5–1 keV,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nₑ 2–5×10¹⁹ m⁻³에서 8–59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측정된 문맥 포화 약 50 ms와 같은 자릿수이다(§8al).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Tᵢ·BES·ECEI의 완화 시간은 147–161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주의: τ_eq 파라미터는 인용값이고 자기상관은 추세 미제거이다.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부록: 시도한 모델과 문헌 조사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시도하여 무엇을 닫았는가, 그리고 2026-09-05 문헌 조사가 지목하는 다음 팔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(1/3): 윈도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아래는 W = 4 시대의 잠정 수치이며 확정 프로토콜의 주장에는 쓰지 않는다(§8v).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11637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36829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1581912"/>
            <a:ext cx="30998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581912"/>
            <a:ext cx="26426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5712" y="1581912"/>
            <a:ext cx="250545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893549"/>
            <a:ext cx="236829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AutoML 윈도 계열 iter2 → iter9 (GRU + 관측마스킹 multi-head attention)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1893549"/>
            <a:ext cx="309981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18회 자동 탐색. Pre-LN · attention pooling은 채택, 용량 확대 · skip 변형 · 국소 1D conv는 열화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893549"/>
            <a:ext cx="264261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iter7의 val 0.483이 최선이었고 이후의 복잡도 증가는 열화하였다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893549"/>
            <a:ext cx="250545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 윈도 대조군으로 강등 (§8u · §8x)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1718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526710"/>
            <a:ext cx="11201400" cy="67888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572430"/>
            <a:ext cx="236829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연속시간 인코더 4종 (GRU-D형 감쇠 · ODE-RNN · Neural CDE · Δt 대각 SSM)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90672" y="2572430"/>
            <a:ext cx="309981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이력 인코더만 교체, 4분할 짝지음 bootstrap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572430"/>
            <a:ext cx="264261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KEEP 없음. NCDE · SSM은 유의 열세 seed가 생겼다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2" y="2572430"/>
            <a:ext cx="2505456" cy="60572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규칙 10 ms 격자에서 Δt 진화는 정보를 더하지 않는다 (§8e, 코드 제거)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9606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3251311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파생 Mirnov 특징 (적분 · PCHIP 적분 · |MC| · 이동 RMS)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0672" y="3251311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특징만 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3251311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seed 짝지음에서 전부 무효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3251311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앨리어싱으로 이미 잃은 정보는 하류에서 복원되지 않는다 (§8b.2)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69132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700850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3746570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윈도 크기 스윕 W = 0 ... 6 (24 run × 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90672" y="3746570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관측 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3746570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Tᵢ는 W = 2에서 plateau, history 0은 붕괴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3746570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4는 정당화되지 않아 확정 프로토콜은 W = 2 (§8f)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1865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" y="4241829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명명항 anchor + Δ (1,258 파라미터)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90672" y="4241829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완전히 설명 가능한 선형 항만 남김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6792" y="4241829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 여백의 31.5 %를 회복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5712" y="4241829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2에서는 persistence로 붕괴 (§8k · §8z)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6818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691368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4737088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W-SLIM (25,602 파라미터로 축소한 윈도 모델)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90672" y="4737088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CES_MODEL_FILE 하나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6792" y="4737088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-0.087, 4/4 유의 열세. V_rot는 무차이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5712" y="4737088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구조가 값을 하므로 비채택 (§8ad)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17710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(2/3): 시퀀스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확정 프로토콜(W = 2 · held-free · 두 공동 1차 모집단) 아래에서 짝지어 채점하였다.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11637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36829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1581912"/>
            <a:ext cx="30998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581912"/>
            <a:ext cx="26426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5712" y="1581912"/>
            <a:ext cx="250545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893549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v1 공유 LSTM (전체 격자 + 마스킹 손실)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1893549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프레이밍만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893549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4/4 개선, V_rot 4/4 유의 열세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893549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라우팅 부재. v2의 두 갈래 설계로 이어짐 (§8d)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3356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43088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388808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두 갈래 인과 LSTM + shot별 표준화 (357,570)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90672" y="2388808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갈래를 인코더에서 차단 + 표준화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388808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 관문 16/16 양수, 인과 GP 대비 4/4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2" y="2388808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채택 백본 (§8t · §8x)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8288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2884067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v3 관측마스킹 attention 읽기 (396,930)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0672" y="2884067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경로만 추가, 0 초기화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884067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val +0.024* / +0.037*, TEST 4/4 양수 · 1/4 유의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2884067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승격 규칙(유의 ≥ 3/4) 미달 (§8y)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32408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333606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3379326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 해석 가능 칸 (21,498, K = 8 잠재)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90672" y="3379326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인코더를 8차원 잠재 + persistence 앵커로 압축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3379326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모집단에서 백본 +0.002, 포함에서 -0.16 ~ -0.21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3379326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해석 칸으로만 채택하며 백본을 대체하지 않음 (§8z · §8ab)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8193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" y="3874585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폭 스윕 hidden_ti 24 ... 260 (34k ... 879k)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90672" y="3874585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인코더 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6792" y="3874585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평균 skill이 ±0.008 안에서 평평 (26배)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5712" y="3874585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축 닫힘 (§8aa)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145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324124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4369844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최소 모델 v2m · b3m (1k ... 10k)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90672" y="4369844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부분을 함께 축소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6792" y="4369844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v2m4k(3,898)가 4/4 바닥, v2m2k는 -0.036에 유의 열세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5712" y="4369844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3.9k 아래에서 skill이 무너짐 (§8ai)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80985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(3/3):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11637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36829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362456"/>
            <a:ext cx="30998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1362456"/>
            <a:ext cx="26426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1362456"/>
            <a:ext cx="250545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1674093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계열 비교 tcn15 · tcn63 · xfmr63 (확장 합성곱 · 밴드 어텐션)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1674093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reach에서 연산자만 교체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674093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±0.02 동률. 어텐션은 70 ms에서 -0.023 (3/4)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674093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skill이 아니라 비용을 정한다 (§8ag · §8ak)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141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23632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2169352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소형 합성곱 tcn8k · 3k · 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2169352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10k 아래에서 계열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169352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맞춘 LSTM 대비 +0.027 ~ +0.040 (3 ~ 4/4)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2169352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10k 아래에선 conv 우세. tcn2k(1,808)도 인과 GP 4/4 (§8ai)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60936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664611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대각 SSM (S4형) 사다리 6칸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2664611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상태공간 연산자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664611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ms까지 문맥을 전환한 뒤 +0.105 천장. 같은 reach LSTM에 -0.022 / -0.044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2664611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낮은 천장으로 비채택 (§8am 부록)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0462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114150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3159870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reach 사다리 v2r2 ... r63 (20 ~ 630 ms)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159870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 시 문맥 길이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3159870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50 ~ 70 ms 포화. 승리 방전 비율 0.52 → 0.66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3159870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긴 문맥 축 닫힘 (§8af · §8al)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998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55129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오프라인 GP · 인과 GP 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90672" y="3655129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기준선 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3655129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GP는 PCHIP 4/4 이기고 모델과 동률. 인과 GP는 백본이 4/4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5712" y="3655129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오프라인 주장의 상한 = GP 동률 (§8p · §8y)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951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104668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50388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분산 헤드 vs split conformal (Mondrian)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90672" y="4150388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불확실성 방식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6792" y="4150388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conformal이 Winkler 32/32 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5712" y="4150388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재학습이 헤드라인을 교란하므로 사후 보정 채택 (§8m)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59040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" y="4645647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양자 VQC · 고정 특징맵 · 저장소 · 커널 (IonQ Forte)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90672" y="4645647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추정기 계열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6792" y="4645647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무잡음에서도 persistence에 짐(471.5 vs 449.6 eV). 22.9 s/예측, λ = 0.661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4645647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 검증 후 음성 종결 (§8ap)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8566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095186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5140906"/>
            <a:ext cx="236829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B.11 VQ 코드북 게이팅 (b3vqC, C = 4 · 8 · 16)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90672" y="5140906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가중치를 이산 코드로 선택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36792" y="5140906"/>
            <a:ext cx="26426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 2026-09-03, val 선별 진행 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5712" y="5140906"/>
            <a:ext cx="25054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미판정 (PREREGISTRATION_B11.md)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58092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5961888"/>
            <a:ext cx="11201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29494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218541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논문 (장치, 연도)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44168"/>
            <a:ext cx="314553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문제 ·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1344168"/>
            <a:ext cx="264261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데이터 ·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1344168"/>
            <a:ext cx="264261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본 연구에 대한 의미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1639112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Diag2Diag (DIII-D, Nat. Comm.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1639112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Thomson 200 Hz → 500 kHz 시간 초해상. 무기억 MLP 236 → 952 → 80에 1 · 2차 미분 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639112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4,000 방전, R² 0.92, BNN 불확실성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1639112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가장 가까운 문제가 가장 단순한 구조로 풀린다. seq_v2는 이미 인과 상태를 갖는다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45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55265"/>
            <a:ext cx="11201400" cy="4618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2100985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COMPASS 시간 초해상 (PPCF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7792" y="2100985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SXR · AXUV → Thomson Tₑ · nₑ. 4 × 256 MLP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2100985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2,764 방전. 측정 불확실성 1/σ 가중 Huber 손실, 코어 MAPE 5 %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2100985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불확실성 가중 손실은 §8aq의 꼬리 발견과 직결된다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076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562858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FusionMAE (HL-3, Comm. Phys.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7792" y="2562858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88채널 × 10 ms 마스크 오토인코더(MAE). 결측 채널 복원 = 가상 백업 진단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2562858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복원 신뢰도 96.7 ~ 97.2 %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8552" y="2562858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본 과제를 MAE의 결측 채널 복원으로 보는 프레임. 사전학습 축은 미개척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6948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979011"/>
            <a:ext cx="11201400" cy="4618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3024731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TokaMind (MAST, 2026)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7792" y="3024731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7M 미만 멀티모달 트랜스포머. DCT 임베딩, 5 ms 청크로 다중 샘플링률 처리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3024731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11,573 방전. 미세조정 이득 전체 +0.017, 프로파일 -0.005, MHD +0.05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3024731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프로파일류에는 사전학습이 거의 도움이 되지 않는다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4313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486604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PanoMHD (KSTAR, 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3486604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Mirnov 스펙트로그램의 VQ-VAE 토큰 + 457M GPT-2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3486604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978 방전, βN R² 0.987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552" y="3486604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KSTAR에서 이산 코드북이 작동한 선례. 단 원시 2 MHz MC가 전제(B.6)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89323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902757"/>
            <a:ext cx="11201400" cy="4618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3948477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TokaFormer · EAST 지식증류 (2025 ~ 26)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3948477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붕괴 예측. 1D conv 임베딩 → 모달리티별 Transformer 후기 융합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3948477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20 μs Mirnov와 1 ms 스칼라의 융합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88552" y="3948477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CNN + Transformer가 주류인 곳은 붕괴 예측이며 회귀 천장 문제가 아니다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35510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" y="4410350"/>
            <a:ext cx="21854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WEST (2026)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07792" y="4410350"/>
            <a:ext cx="31455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사전 방전 설정 → 전역 파라미터. Transformer / LSTM / MLP 비교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4410350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550 방전. MSE 0.0096 / 0.015 / 0.022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8552" y="4410350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작은 데이터에서 Transformer가 이긴 사례이나 10 ~ 70 s 장기 의존 과제이다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8169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826503"/>
            <a:ext cx="11201400" cy="62880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4872223"/>
            <a:ext cx="21854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EAST XCS ANN (NF 2024)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2" y="4872223"/>
            <a:ext cx="314553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X선 결정 분광 스펙트럼 → Tᵢ · 회전. 2 × 9 DNN, 31k CNN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99632" y="4872223"/>
            <a:ext cx="26426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530 방전, R² 0.96, 시간 이력 없음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4872223"/>
            <a:ext cx="26426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회전을 실제로 추론한 선례이며 입력은 도플러 분광이다. 우리의 V_rot 경로가 어떤 입력을 확보해야 하는지를 가리킨다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44578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72" y="5501025"/>
            <a:ext cx="21854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TCV 멀티모달 VAE (2025) · Abbate 물리 + 데이터 메타학습 (NF 2025)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7792" y="5501025"/>
            <a:ext cx="314553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상태 감시용 순차 VAE · 물리 모델로 외삽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9632" y="5501025"/>
            <a:ext cx="26426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1,600 방전 · 외삽 5 ~ 10 % 개선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5501025"/>
            <a:ext cx="26426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VAE의 용도는 해석 · 이상탐지이고, 물리 모델은 외삽을 맡는다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607458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29494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86537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7752" y="1344168"/>
            <a:ext cx="264261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대표 (연도)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6672" y="1344168"/>
            <a:ext cx="341985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2832" y="1344168"/>
            <a:ext cx="2688336" cy="2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본 데이터에 대한 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1639112"/>
            <a:ext cx="186537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결측 대체 (imputation)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1639112"/>
            <a:ext cx="26426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TSI-Bench 28개 (2024) · STDiff (2025)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1639112"/>
            <a:ext cx="341985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점 결측에선 선형보간이 딥러닝 전부를 이기는 데이터셋이 있고 블록 결측에서만 딥이 필요하다. 윈도 기반은 긴 공백에서 평탄화된다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639112"/>
            <a:ext cx="268833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GP 동률(§8p)의 문헌 재확인. seq_v2는 이미 상태전이형이다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21266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22194"/>
            <a:ext cx="11201400" cy="4618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2267914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불규칙 샘플링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2267914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Neural CDE · mTAN · ContiFormer · iTimER (2025)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2267914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연속시간 ODE와 어텐션이 주류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2267914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격자는 규칙 10 ms이고 결측만 있다. staleness 채널로 처리 완료 (§8e)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67454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729787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예측 백본 논쟁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87752" y="2729787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DLinear vs PatchTST · iTransformer · TimeXer (2024), Mamba 혼합, xLSTM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2729787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계열 우열이 데이터마다 뒤집힌다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2729787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B.9와 정합. 150 ms · 10k 파라미터 위에선 계열이 무관하다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364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145940"/>
            <a:ext cx="11201400" cy="4618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3191660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파운데이션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87752" y="3191660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Chronos-2 (120M) · TiRex-2 (xLSTM, 스트리밍) · TabPFN-TS (11M) · Toto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3191660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제로샷으로 강하다. 단 벤치마크 오염 경고(데이터셋 93 %가 어딘가의 사전학습에 쓰임)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2832" y="3191660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KSTAR는 오염이 불가능하다. 학습 없는 대조군으로 가치가 있다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9828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53533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자기지도 사전학습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87752" y="3653533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TimeMAE (2026) · Ti-MAE · TokEye (핵융합,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76672" y="3653533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라벨이 희소할 때 이득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3653533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Tᵢ 라벨은 92 % 관측이고 TokaMind의 프로파일 이득은 음수이다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6016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069686"/>
            <a:ext cx="11201400" cy="62880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15406"/>
            <a:ext cx="186537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소프트센서 (공정 산업)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87752" y="4115406"/>
            <a:ext cx="264261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반지도 VAE 회귀 · Soft-Sensing Transformer · ConFormer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76672" y="4115406"/>
            <a:ext cx="341985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반지도가 핵심. MLP 백본이 Transformer와 동급인 보고도 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42832" y="4115406"/>
            <a:ext cx="2688336" cy="55565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Tᵢ에는 반지도 이득 조건이 없다. V_rot는 라벨이 아니라 입력을 늘리는 문제로 남아 있다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8896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" y="4744208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MoE · 레짐 게이팅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87752" y="4744208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RG-ResMoE (2026) · Dynamic TMoE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76672" y="4744208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동결 기저 + 잔차 전문가 + soft 게이트. hard top-1 라우팅은 유의하게 열세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42832" y="4744208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B.11(hard argmin VQ)의 직접 선례. soft 게이트 자매 팔이 필요하다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5083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160361"/>
            <a:ext cx="11201400" cy="46187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5206081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학습 상태추정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87752" y="5206081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KalmanNet · Bayesian KalmanNet (2025) · DLFM (2025)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76672" y="5206081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프로세스 모델은 두고 칼만 이득만 학습한다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2832" y="5206081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'persistence 신뢰 / 보정' 스위치의 원리적 형태이다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61270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72" y="5667954"/>
            <a:ext cx="186537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이분산 · 강건 회귀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87752" y="5667954"/>
            <a:ext cx="264261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가우시안 NLL 병리 (2023) · β-NLL · Student-t 헤드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76672" y="5667954"/>
            <a:ext cx="341985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예측 분산이 평균의 그래디언트를 오염시켜 stop-grad가 필요하다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42832" y="5667954"/>
            <a:ext cx="2688336" cy="38872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§8aq가 지목한 유일하게 열리지 않은 축이다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607458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문헌 조사 (3/4): 구조적으로 동형인 분야에서 반복되는 교훈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11637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21854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44168"/>
            <a:ext cx="232257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동형 관계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6672" y="1344168"/>
            <a:ext cx="30998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주류 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2" y="1344168"/>
            <a:ext cx="300837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교훈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1655805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혼합주기 나우캐스팅 MIDAS (경제)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1655805"/>
            <a:ext cx="23225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고빈도 입력 → 저빈도 타깃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1655805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U-MIDAS + 소형 NN 라그 가중 · GP-MIDAS (2024)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1655805"/>
            <a:ext cx="30083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파라메트릭 라그 구조로 충분하다. reach 사다리 · b3k8과 정합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958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05344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2151064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저가 센서 보정 (대기질, 2025 ~ 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7792" y="2151064"/>
            <a:ext cx="23225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밀집 저가 센서 → 희소 기준 측정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2151064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LSTM · GBM. 기준국에서 먼 센서는 도메인 적응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2792" y="2151064"/>
            <a:ext cx="30083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이동(§8n)과 shot별 표준화(§8s)가 같은 처방이다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910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646323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커프리스 혈압 PPG (2025 ~ 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7792" y="2646323"/>
            <a:ext cx="23225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파형 → 간헐 기준값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2646323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 + Transformer 병렬 등. 보정 기반 &gt; 보정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2792" y="2646323"/>
            <a:ext cx="30083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개체별 보정이 구조보다 크다 (§8s와 동일)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8633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095862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3141582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구조 가상 센싱 SHM (2025 ~ 26)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7792" y="3141582"/>
            <a:ext cx="23225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센서 → 전체장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3141582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칼만 · 물리유도 그래프 칼만 · PDE 제약 최적화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2792" y="3141582"/>
            <a:ext cx="30083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상태추정 프레임이 주류이다 (§8t 재확인)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8159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36841"/>
            <a:ext cx="21854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멀티태스크 가상센서 (2026)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3636841"/>
            <a:ext cx="232257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수백 타깃 통합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76672" y="3636841"/>
            <a:ext cx="30998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선택을 학습하는 단일 모델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2792" y="3636841"/>
            <a:ext cx="300837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타깃이 둘인 본 연구와 무관하다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89323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902758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3948478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합성 진단 증강 (EAST → J-TEXT, 2026)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3948478"/>
            <a:ext cx="23225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데이터 없는 장치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76672" y="3948478"/>
            <a:ext cx="30998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NIMROD 합성 진단 + 도메인 적응, 조기 경보 50 → 57 %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22792" y="3948478"/>
            <a:ext cx="300837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NBI가 없으면 합성 토크 채널은 시뮬레이션에서만 온다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38849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530352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303520"/>
            <a:ext cx="91440" cy="1143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0664" y="541324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공통 교훈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" y="5815584"/>
            <a:ext cx="10817352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동형 분야가 반복해 말하는 것은 표현력이 아니라 개체별 보정과 상태추정 프레임이며, 이는 본 연구의 shot별 표준화(§8s)와 전체격자 인과 프레이밍(§8t)이 이미 취한 선택이다.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11201400" cy="311637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25880"/>
            <a:ext cx="40233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1325880"/>
            <a:ext cx="387705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실험 팔 (통제 변수 하나)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325880"/>
            <a:ext cx="21854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출처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9792" y="1325880"/>
            <a:ext cx="154533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1325880"/>
            <a:ext cx="245973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사전등록 판정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37517"/>
            <a:ext cx="402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1637517"/>
            <a:ext cx="38770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seq_v2 손실을 σ_meas 가중 Huber 또는 Student-t NLL로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1637517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COMPASS · Toto · §8aq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1637517"/>
            <a:ext cx="1545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재학습 4 × 3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1637517"/>
            <a:ext cx="24597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벌크 MAD skill 개선, 총합 MSE 비열세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0775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087056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132776"/>
            <a:ext cx="402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32776"/>
            <a:ext cx="38770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B.11 자매 팔: soft 게이트 + persistence 축소 페널티, 기저 = 인과 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2132776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RG-ResMoE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32776"/>
            <a:ext cx="1545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b3k8 위 소형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132776"/>
            <a:ext cx="24597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조용 3분위 승률 +0.05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7279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628035"/>
            <a:ext cx="402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2628035"/>
            <a:ext cx="38770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KalmanNet 팔: 프로세스 = 인과 GP, 관측 = 고속 15채널, 이득 = 소형 GRU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8072" y="2628035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KalmanNet 계열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628035"/>
            <a:ext cx="1545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신규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628035"/>
            <a:ext cx="24597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조용 3분위 승률 + 구간 보정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6804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077574"/>
            <a:ext cx="11201400" cy="49525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123294"/>
            <a:ext cx="402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" y="3123294"/>
            <a:ext cx="38770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입력 확장: 원시 kHz Mirnov 특징(B.6 A1) · NBI 토크 채널 · 도플러 분광 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8072" y="3123294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 XCS · PanoMHD · 합성 진단 증강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3123294"/>
            <a:ext cx="1545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데이터 획득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1432" y="3123294"/>
            <a:ext cx="24597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변동 3분위 V_rot 승률이 먼저 오를 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6330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618553"/>
            <a:ext cx="402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" y="3618553"/>
            <a:ext cx="387705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제로샷 대조군: TabPFN-v2 회귀(행 특징) · TiRex-2 / Chronos-2(과거 공변량)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3618553"/>
            <a:ext cx="218541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fev-bench · TSI-Bench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618553"/>
            <a:ext cx="15453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 없음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1432" y="3618553"/>
            <a:ext cx="2459736" cy="42210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GP 대비 4/4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05856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068092"/>
            <a:ext cx="11201400" cy="311637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113812"/>
            <a:ext cx="40233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" y="4113812"/>
            <a:ext cx="387705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FusionMAE식 사전학습 후 미세조정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4113812"/>
            <a:ext cx="218541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FusionMAE · TokaMind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113812"/>
            <a:ext cx="154533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GPU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432" y="4113812"/>
            <a:ext cx="2459736" cy="23848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기대 이득 ≈ 0, 순위 최하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37020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828032"/>
            <a:ext cx="5486400" cy="1645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828032"/>
            <a:ext cx="9144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9377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권하지 않는 방향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340096"/>
            <a:ext cx="5102352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 뒤 Transformer와 VAE 잠재는 표현력 축이며 세 번 닫혔다(§8aa · §8ag · 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Neural CDE 계열은 규칙 10 ms 격자에서 이미 음성으로 판정되었다(§8e).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확산 대체는 추론이 느리고 점 결측 벤치마크에서 선형보간에 진다(TSI-Bench).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4828032"/>
            <a:ext cx="5486400" cy="1645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4828032"/>
            <a:ext cx="91440" cy="16459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49377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V_rot는 열린 과제이다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340096"/>
            <a:ext cx="5102352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V_rot는 열린 과제이며 닫힌 결론이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§8ar의 항별 감사는 현재 입력이 닿는 항이 없음을 보였을 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그것을 뒤집을 측정이 함께 지목되어 있다: 원시 kHz Mirnov(B.6, shot 집합 동결),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NBI 토크 채널, CES 피팅 품질 메타데이터, 그리고 도플러 분광 입력의 확보이다.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