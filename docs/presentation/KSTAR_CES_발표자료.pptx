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notesMaster" Target="notesMasters/notesMaster1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THESIS_RESULTS.md 8e / 8b.2 / 8f / 8k / 8u / 8x / 8ad이다. 연속시간 인코더는 코드가 2026-08-09에 제거되었고 판정만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8d / 8t / 8x / 8y / 8z / 8aa / 8ab / 8ai이다. v3는 val에서 2/2 유의였으나 TEST에서 1/4에 그쳐 규칙대로 미승격하였다.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행은 통제 변수가 하나이며, TEST를 여는 팔은 사전등록 뒤에만 실행한다(§8j).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44752"/>
            <a:ext cx="11164824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2642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08760"/>
            <a:ext cx="4014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08760"/>
            <a:ext cx="40690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6537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86537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86537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8104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90572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36372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36372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36372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7939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862072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862072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862072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27774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87268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360420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360420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360420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858768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858768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2744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283964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5711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35711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35711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7727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85546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NN-CES (KSTAR, FED 2025/26)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485546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 스펙트럼에서 Tᵢ·회전을 빔 변조 없이 직접 추출한다.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485546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측정이 있는 시각을 읽고, 우리는 없는 시각을 채운다.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711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5285232"/>
            <a:ext cx="91440" cy="11338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79392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79392" y="5285232"/>
            <a:ext cx="91440" cy="113385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17136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55864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55864" y="5285232"/>
            <a:ext cx="91440" cy="113385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93608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93608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부록: 시도한 모델과 문헌 조사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시도하여 무엇을 닫았는가, 그리고 2026-09-05 문헌 조사가 지목하는 다음 팔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(1/3): 윈도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아래는 W = 4 시대의 잠정 수치이며 확정 프로토콜의 주장에는 쓰지 않는다(§8v).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AutoML 윈도 계열 iter2 → iter9 (GRU + 관측마스킹 multi-head attention)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18회 자동 탐색. Pre-LN · attention pooling은 채택, 용량 확대 · skip 변형 · 국소 1D conv는 열화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iter7의 val 0.483이 최선이었고 이후의 복잡도 증가는 열화하였다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 윈도 대조군으로 강등 (§8u · §8x)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7204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81574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627294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연속시간 인코더 4종 (GRU-D형 감쇠 · ODE-RNN · Neural CDE · Δt 대각 SSM)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627294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27294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이력 인코더만 교체, 4분할 짝지음 bootstrap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627294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KEEP 없음. NCDE · SSM은 유의 열세 seed가 생겼다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627294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규칙 10 ms 격자에서 Δt 진화는 정보를 더하지 않는다 (§8e, 코드 제거)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27836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333607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파생 Mirnov 특징 (적분 · PCHIP 적분 · |MC| · 이동 RMS)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333607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333607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특징만 추가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333607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seed 짝지음에서 전부 무효. MC의 lag-1 자기상관 -0.009 (BES +0.568 · ECEI +0.572)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333607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앨리어싱으로 이미 잃은 정보는 하류에서 복원되지 않는다 (§8b.2)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846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99420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4039920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윈도 크기 스윕 W = 0 ... 6 (24 run ×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4039920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4039920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관측 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4039920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W = 2에서 plateau, history 0은 둘 다 붕괴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4039920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4는 정당화되지 않아 확정 프로토콜은 W = 2 (§8f)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073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56261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명명항 anchor + Δ (1,258 파라미터)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56261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56261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완전히 설명 가능한 선형 항만 남김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56261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 여백의 31.5 %를 회복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56261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2에서는 persistence로 붕괴 (§8k · §8z)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3005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03958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508530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W-SLIM (25,602 파라미터로 축소한 윈도 모델)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508530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508530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CES_MODEL_FILE 하나. 201,258 → 25,602 파라미터, 57 → 21 연산자, 3.02 → 0.66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508530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-0.087, 4/4 유의 열세. V_rot는 +0.005로 무차이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508530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구조가 값을 하므로 비채택 (§8ad)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63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(2/3): 시퀀스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확정 프로토콜(W = 2 · held-free · 두 공동 1차 모집단) 아래에서 짝지어 채점하였다.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v1 공유 LSTM (전체 격자 + 마스킹 손실)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프레이밍만 교체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4/4 개선, V_rot 4/4 유의 열세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라우팅 부재. v2의 두 갈래 설계로 이어짐 (§8d)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44367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두 갈래 인과 LSTM + shot별 표준화 (357,570)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44367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44367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갈래를 인코더에서 차단 + 표준화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44367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 관문 16/16 양수, 인과 GP 대비 4/4 (+0.078 ... +0.138), 학습 비용 1/10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44367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채택 백본 (§8t · §8x)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1499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v3 관측마스킹 attention 읽기 (396,930)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1499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1499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경로만 추가, 0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1499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val +0.024* / +0.037*, TEST 4/4 양수 · 1/4 유의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1499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승격 규칙(유의 ≥ 3/4) 미달 (§8y)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72676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 해석 가능 칸 (21,498, K = 8 잠재)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672676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672676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인코더를 8차원 잠재 + persistence 앵커로 압축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3672676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모집단에서 백본 +0.002, 포함에서 -0.16 ~ -0.21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3672676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해석 칸으로만 채택하며 백본을 대체하지 않음 (§8z · §8ab)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95367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폭 스윕 hidden_ti 24 ... 260 (34k ... 879k)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195367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195367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인코더 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195367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평균 skill이 ±0.008 안에서 평평 (26배), 무릎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195367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축 닫힘 (§8aa) — 단 총합 MSE에 한정된다(§8aq)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28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67233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71805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최소 모델 v2m · b3m (1k ... 10k)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471805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471805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부분을 함께 축소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471805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v2m4k(3,898)가 4/4 바닥, v2m2k는 -0.036에 유의 열세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471805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3.9k 아래에서 skill이 무너짐 (§8ai)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1855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(3/3):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1403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4087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76486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계열 비교 tcn15 · tcn63 · xfmr63 (확장 합성곱 · 밴드 어텐션)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676486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676486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같은 reach에서 연산자만 교체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676486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±0.02 동률. 어텐션은 70 ms에서 -0.023 (3/4)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676486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계열은 skill이 아니라 비용을 정한다 (§8ag · §8ak)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09385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03378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149098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소형 합성곱 tcn8k · 3k · 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149098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149098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10k 아래에서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149098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크기 맞춘 LSTM 대비 +0.027 ~ +0.040 (3 ~ 4/4)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149098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10k 아래에선 conv 우세. tcn2k(1,808)도 인과 GP 4/4 (§8ai)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664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1710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대각 SSM (S4형) 사다리 6칸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621710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621710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상태공간 연산자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621710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70 ms까지 문맥을 전환한 뒤 +0.105 천장. 같은 reach LSTM에 -0.022 / -0.044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621710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낮은 천장으로 비채택 (§8am 부록)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3907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048602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094322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reach 사다리 v2r2 ... r63 (20 ~ 630 ms)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3094322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3094322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학습 시 문맥 길이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3094322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50 ~ 70 ms 포화. 승리 방전 비율 0.52 → 0.66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094322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긴 문맥 축 닫힘 (§8af · §8al)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1168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566934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오프라인 GP · 인과 GP 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7792" y="3566934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13632" y="3566934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기준선 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3992" y="3566934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GP는 PCHIP 4/4 이기고 모델과 동률. 인과 GP는 백본이 4/4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3566934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오프라인 주장의 상한 = GP 동률 (§8p · §8y)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8430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993826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039546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학습 분산 헤드 vs split conformal (Mondrian)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7792" y="4039546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13632" y="4039546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불확실성 방식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93992" y="4039546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conformal이 Winkler 32/32 최선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2" y="4039546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재학습이 헤드라인을 교란하므로 사후 보정 채택 (§8m)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569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4512158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양자 VQC · 고정 특징맵 · 저장소 · 커널 (IonQ Forte)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07792" y="4512158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2026-07-26 → 08-24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13632" y="4512158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추정기 계열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93992" y="4512158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무잡음에서도 persistence에 짐(471.5 vs 449.6 eV). 22.9 s/예측, λ = 0.661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54312" y="4512158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하드웨어 검증 후 음성 종결 (§8ap)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92952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4939050"/>
            <a:ext cx="11201400" cy="47261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4984770"/>
            <a:ext cx="21854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335F"/>
                </a:solidFill>
                <a:latin typeface="Malgun Gothic"/>
              </a:rPr>
              <a:t>B.11 VQ 코드북 게이팅 (b3vqC, C = 4 · 8 · 16)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7792" y="4984770"/>
            <a:ext cx="85953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2026-09-03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2" y="4984770"/>
            <a:ext cx="27340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읽기 가중치를 이산 코드로 선택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93992" y="4984770"/>
            <a:ext cx="241401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사전등록 완료, val 선별 진행 중. 조용 3분위 Tᵢ 승률 42 %가 출발점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54312" y="4984770"/>
            <a:ext cx="2276856" cy="3994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미판정 (PREREGISTRATION_B11.md)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40213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989320"/>
            <a:ext cx="1120140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1쪽이다.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Diag2Diag (Nat. Comm.)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Thomson 200 Hz를 500 kHz로 시간 초해상도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무기억 MLP 236→952→80, 1·2차 미분 특징으로 시간 문맥 대체, L1 손실, BNN 불확실성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4,000 방전, 13.5만 샘플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우리와 가장 가까운 문제가 가장 단순한 구조로 풀림. 저자 스스로 "TS 샘플링이 불규칙해서 RNN 대신 무기억"이라 밝힘. 우리 seq_v2는 이미 그 위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556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65195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810915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COMPASS 시간 초해상도 (PPCF)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810915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COMPASS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810915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810915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SXR·AXUV로 Te/ne 프로파일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810915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4×256 MLP, 측정 불확실성 1/σ 가중 Huber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810915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2,764 방전, 방전 단위 5-fold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810915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가중 Huber는 §8aq의 "상위 1 % 변화가 제곱질량 46.6 %" 발견과 직결. 우리는 MSE만 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619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17228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FusionMAE (Comm. Phys.)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517228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HL-3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517228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517228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88채널×10 ms 토큰의 마스크 오토인코더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517228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MAE, 결측 채널 재구성 = "가상 백업 진단", 96.7 ~ 97.2 %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517228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대규모 HL-3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517228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과제를 MAE의 결측 채널 복원으로 보는 프레임. 사전학습 축은 우리 repo에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82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17782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22354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TokaMind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22354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22354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22354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멀티모달 파운데이션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22354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7M 미만 트랜스포머, DCT 임베딩, 5 ms 청크로 0.2 ~ 500 kHz 다중 샘플링률 처리, 결측 마스크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22354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11,573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22354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사전학습 후 미세조정 이득: 전체 +0.017 NRMSE, 프로파일 그룹은 -0.005, MHD만 +0.05. 프로파일류에는 사전학습이 거의 안 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5823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11347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TokaMark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11347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11347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11347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14개 과제 벤치마크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11347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다중 분기 conv 인코더-디코더 베이스라인, shot 단위 분할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11347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위와 동일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11347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프로파일 동역학 NRMSE 0.34, MHD 0.48. 커뮤니티 기준선도 conv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8092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59044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636166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PanoMHD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3164" y="5636166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02367" y="5636166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9817" y="5636166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Mirnov만으로 βN·H89·L/H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6032" y="5636166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VQ-VAE 토큰 + 457M GPT-2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52766" y="5636166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978 방전, 2 MHz 원시 MC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06352" y="5636166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KSTAR에서 이산 코드북이 작동한 선례. 단 원시 μs MC 기준이라 B.6가 전제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10361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2쪽이다.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멀티모달 VAE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 감시·붕괴 유형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모달리티별 인코더의 순차 VAE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1,600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VAE 용도는 회귀 정확도가 아니라 해석·이상탐지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443672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TokaFormer, EAST 지식증류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443672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 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443672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443672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붕괴 예측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443672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1D conv 임베딩 후 모달리티별 Transformer(dual tower), 후기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443672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 μs Mirnov + 1 ms 스칼라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443672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CNN+Transformer가 주류인 곳은 붕괴 예측. 20 μs Mirnov와 1 ms 스칼라의 융합 문제이지 회귀 천장 문제가 아님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14998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14998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14998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14998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 방전 설정으로 전역 파라미터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14998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0.0096 &lt; LSTM 0.015 &lt; MLP 0.022 MSE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14998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550 방전, 1.2만 윈도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14998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데이터에서 Transformer가 이긴 사례. 단 10 ~ 70 s 장기 의존 과제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626956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3672676"/>
            <a:ext cx="1430788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EAST XCS ANN (NF)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3672676"/>
            <a:ext cx="702899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3672676"/>
            <a:ext cx="54114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3672676"/>
            <a:ext cx="13499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스펙트럼으로 Ti·회전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3672676"/>
            <a:ext cx="232043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2×9 DNN, 31k CNN, R² 0.96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3672676"/>
            <a:ext cx="110728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530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3672676"/>
            <a:ext cx="272481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회전을 예측하는 유일한 논문도 입력이 회전 측정 자체(스펙트럼). 우리 V_rot 경로가 어떤 입력을 확보해야 하는지를 가리킴 — B.6 μs Mirnov · NBI 토크 채널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909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746232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Abbate 등 (NF)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4746232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 · 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4746232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4746232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물리+데이터 메타학습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4746232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모델을 메타학습으로 결합, 저전류 → 고전류 외삽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4746232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외삽 5 ~ 10 % 개선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4746232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 모델은 외삽 담당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2136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223203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268923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코일 shot-to-shot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3164" y="5268923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02367" y="5268923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9817" y="5268923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방전 간 하드웨어 이동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6032" y="5268923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토로이달 자장 코일 디지털 트윈 + 온라인 학습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52766" y="5268923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정적 모델 대비 오차 80 % 감소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06352" y="5268923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드리프트(§8n)의 처방이 우리 shot별 표준화와 같은 방향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73636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3쪽):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3쪽이다.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0568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887595"/>
            <a:ext cx="1430788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NN-CES (Fusion Eng. Des. 222:115518)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887595"/>
            <a:ext cx="702899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887595"/>
            <a:ext cx="541146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887595"/>
            <a:ext cx="1349911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스펙트럼에서 Ti·회전을 직접 추출한다 (빔 변조 없이)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887595"/>
            <a:ext cx="2320430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물리 제약을 넣은 신경망이 빔 변조 배경 차감을 대체한다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887595"/>
            <a:ext cx="1107282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KSTAR 약 150,000 프레임, L·H·locked·RMP 모드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887595"/>
            <a:ext cx="2724812" cy="83347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우리 장치·우리 진단의 가장 가까운 선행 연구. 다만 CES 측정이 있는 시각을 더 잘 읽는 것이고, 측정이 없는 시각을 채우는 우리 문제와 다르다. 빔 변조가 필요 없다는 점은 결측 자체를 줄일 수 있어 CES 재분석 레버의 근거가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3897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48502"/>
            <a:ext cx="11201400" cy="7563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794222"/>
            <a:ext cx="1430788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SVMR + GPR 프로파일 추론 (NF 64:106052)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794222"/>
            <a:ext cx="702899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794222"/>
            <a:ext cx="541146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794222"/>
            <a:ext cx="1349911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측정에서 Ti 프로파일을 추론하며 이상치를 걸러낸다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794222"/>
            <a:ext cx="2320430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SVMR 이상치 분류기 + 비모수 GPR, 초매개변수는 MAP와 MCMC 두 방식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794222"/>
            <a:ext cx="1107282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KSTAR CES 측정 자료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794222"/>
            <a:ext cx="2724812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이상치를 자동으로 골라내는 절차가 우리 3 keV 값 컷의 원리적 대체물이다. 값이 아니라 측정 품질로 거르면 두 공동 1차 모집단이 하나로 합쳐진다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9536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50613"/>
            <a:ext cx="1430788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이상치 강건 Bayesian mtanh 적합 (NF, arXiv 2607.14142)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550613"/>
            <a:ext cx="702899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550613"/>
            <a:ext cx="541146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550613"/>
            <a:ext cx="1349911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TS·TCI·CES에서 ne·Te·Ti·v_T 프로파일을 동시에 적합한다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550613"/>
            <a:ext cx="2320430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수정 tanh 7모수 + good-and-bad 가우시안 혼합 우도, MAP 초기화 후 MCMC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550613"/>
            <a:ext cx="110728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248 시간 조각을 24코어에서 78초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550613"/>
            <a:ext cx="272481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항을 NN-CES 산출로 바꿔 끼울 수 있게 설계되어 있다. 프로파일 단위 불확실성이 우리 타깃 재현성 바닥(§8aq)의 독립 비교값이 된다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01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111048"/>
            <a:ext cx="11201400" cy="606155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156768"/>
            <a:ext cx="1430788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TSER 결측 Te 복원 (NF 65:076008)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156768"/>
            <a:ext cx="702899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156768"/>
            <a:ext cx="541146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156768"/>
            <a:ext cx="1349911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센서 고장·진단 부재로 빠진 전자온도를 복원한다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156768"/>
            <a:ext cx="2320430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시계열 외재 회귀(TSER)가 여러 신호의 상호관계를 학습한다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156768"/>
            <a:ext cx="110728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방전 전 구간에서 2σ 이내 신뢰수준 95.9 % 이상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156768"/>
            <a:ext cx="272481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결측 타깃 복원이라는 우리 문제 정의와 가장 가까운 프레이밍이다. 다만 타깃이 전자온도이고 인과성 제약도, 보간 기준선과의 비교도 없다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7076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762923"/>
            <a:ext cx="1430788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전 상태 복원 (arXiv 2607.04390)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4762923"/>
            <a:ext cx="702899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kinetic 시뮬레이션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4762923"/>
            <a:ext cx="541146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4762923"/>
            <a:ext cx="1349911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희소한 밀도 프로브 몇 개로 전 영역 플라즈마 장을 복원한다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4762923"/>
            <a:ext cx="2320430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희소 센서 이력의 시간 인코딩 + 공간 디코딩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4762923"/>
            <a:ext cx="110728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고정밀 kinetic 시뮬레이션 자료 (실험 데이터 아님)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4762923"/>
            <a:ext cx="2724812" cy="53300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센서 몇 개로 전체 상태를 세우는 구조는 우리와 같으나 실험이 아니라 시뮬레이션에서 검증되었다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31383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323358"/>
            <a:ext cx="11201400" cy="7563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369078"/>
            <a:ext cx="1430788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평형 재구성 챌린지 (arXiv 2609.01750)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53164" y="5369078"/>
            <a:ext cx="702899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DIII-D · MAST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02367" y="5369078"/>
            <a:ext cx="541146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89817" y="5369078"/>
            <a:ext cx="1349911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자기 진단 없이 자기 기하를 추론하는 공개 벤치마크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86032" y="5369078"/>
            <a:ext cx="2320430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PF 코일 전류 + Thomson으로 ψ(R,Z). 기준선 4종(PCA+Ridge / GBT / MLP / conv 디코더)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52766" y="5369078"/>
            <a:ext cx="1107282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DIII-D 약 9,100 shot · MAST 약 2,400 shot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06352" y="5369078"/>
            <a:ext cx="2724812" cy="6832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진단 하나가 없을 때 다른 진단으로 대신한다는 문제를 공개 벤치마크로 만든 사례. 이온 채널은 다루지 않으며 shot 단위 분할과 교차 장치 일반화를 요구한다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07022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1쪽):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결측 대체 (imputation)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TSI-Bench 28개, STDiff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 동률(§8p)이 문헌에서 재확인됨. seq_v2는 이미 상태전이형. 확산 대체는 비용 대비 근거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0154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11073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756793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불규칙 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756793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756793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Neural CDE, mTAN, ContiFormer, iTimER, NCDE 보정기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756793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연속시간 ODE와 어텐션이 주류, 재구성 오차 분포 정렬이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756793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격자는 규칙적 10 ms이고 결측만 있다. staleness 채널로 이미 처리. 불필요 (§8e)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6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예측 백본 논쟁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6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6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DLinear vs PatchTST/iTransformer, TimeXer(외생변수, NeurIPS 2024), Mamba 하이브리드, xLSTM 부활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6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우열이 데이터마다 뒤집힘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6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B.9 결과와 정합. 위 150 ms · 10k 파라미터에선 계열 무관, 아래에선 conv 우세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141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90942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536662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536662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536662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Chronos-2 (120M, 공변량), TiRex-2 (xLSTM, 과거 공변량, 스트리밍 O(1)), Toto (Student-t 혼합 헤드), TabPFN-TS (11M, 합성 사전학습)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536662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제로샷으로 강함. 단 벤치마크 오염 경고 — 조사 데이터셋의 7 %만 어떤 사전학습에도 안 쓰였고, 유출 시 MAPE가 7.6 ~ 59 %p 좋아짐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536662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KSTAR는 오염 불가능. 학습 없이 반나절에 돌릴 대조군. 지면 천장 재확인, 이기면 큰 발견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55497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610218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자기지도 사전학습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610218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610218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TimeMAE (WSDM 2026), Ti-MAE, TokEye (핵융합)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610218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라벨 희소 시 이득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610218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라벨은 92 % 관측이고 TokaMind에서 프로파일 이득이 음수. 기대 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07766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2쪽):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소프트센서 (공정)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 VAE 회귀, Soft-Sensing Transformer, ConFormer(CNN+Transformer), 인과 특징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반지도가 핵심. 2025년 한 연구는 MLP 백본 6 % 개선으로 Transformer와 동급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Tᵢ에는 반지도 이득 조건이 없다. V_rot는 라벨이 아니라 입력을 늘리는 문제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1792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52745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573171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MoE · 레짐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573171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573171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RG-ResMoE, Dynamic TMoE, AME-TS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573171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동결 기저 + 잔차 전문가 + soft 게이트 + 보정 크기 페널티. hard top-1 라우팅이 soft보다 유의하게 나쁨(p &lt; 1e-4). 레짐 변수를 입력에 넣으면 30/30 붕괴, 라우팅에만 쓰면 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573171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B.11의 직접 선례. B.11은 hard argmin VQ. soft 게이트 + persistence 축소 페널티 팔을 자매로 두면 §5-3 반증 시 다음 후보가 준비됨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5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상태추정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5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2022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5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KalmanNet, KalmanFormer, Bayesian KalmanNet (TSP 2025), Unscented KalmanNet, DLFM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5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프로세스 모델은 두고 칼만 이득만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5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"지금은 persistence를 믿는다 / 보정한다"의 원리적 형태가 칼만 이득. 인과 GP를 프로세스 모델로, 고속 채널을 관측으로, 이득을 소형 GRU로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9779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307319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353039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이분산 · 강건 회귀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353039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353039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가우시안 NLL 병리, β-NLL, Toto의 Student-t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353039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예측 분산이 평균 그래디언트를 오염시키므로 stop-grad나 별도 헤드 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353039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§8aq가 지목한 유일한 미개봉 축. conformal은 사후 구간이지 학습 손실이 아님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041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059352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표형 모델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059352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059352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벤치마크 111개 데이터셋 × 20개 모델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059352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표형 데이터에선 GBM이 딥을 자주 이김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059352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b3k8 행 특징 위 LightGBM · TabPFN-v2 회귀는 하루짜리 대조군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2679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문헌 조사 (3/4): 구조적으로 동형인 분야에서 반복되는 교훈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3718" y="1344168"/>
            <a:ext cx="7259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958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동형 관계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3604" y="1344168"/>
            <a:ext cx="2837675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주류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7583" y="1344168"/>
            <a:ext cx="28835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교훈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혼합주기 나우캐스팅 MIDAS (경제)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3718" y="1683237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958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고빈도 입력으로 저빈도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3604" y="1683237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U-MIDAS + 소형 NN 라그 가중, GP-MIDAS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7583" y="1683237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파라메트릭 라그 구조로 충분. 우리 reach 사다리 · b3k8과 같은 결론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5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6020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저가 센서 보정 (대기질)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3718" y="2205928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5958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밀집 저가 센서로 희소 기준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3604" y="2205928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LSTM · GBM, 기준국에서 먼 센서는 도메인 적응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7583" y="2205928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이동(§8n)과 shot별 표준화(§8s)가 같은 처방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7337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커프리스 혈압 PPG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3718" y="2728619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958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파형으로 간헐 기준값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3604" y="2728619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 병렬 등 다양. 보정 기반 &gt; 보정 없음, 전 구성이 BHS D등급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47583" y="2728619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개체별 보정이 구조보다 큼. 우리의 §8s와 동일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1960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20559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구조 가상 센싱 SHM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3718" y="3251310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5958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센서로 전체장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3604" y="3251310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칼만 · 물리유도 그래프 칼만(PiGGO) · PDE 제약 최적화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7583" y="3251310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상태추정 프레임이 주류. §8t의 프레이밍 재확인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71875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멀티태스크 가상센서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3718" y="3774001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5958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수백 타깃 통합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3604" y="3774001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선택을 학습하는 단일 모델. 계산 415배 · 메모리 951배 절감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7583" y="3774001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2개인 우리와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2414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25097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붕괴 예측 합성 진단 (EAST → J-TEXT)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33718" y="4296692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5958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없는 장치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3604" y="4296692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NIMROD 합성 진단 + 푸리에 도메인 적응, 50 → 57 %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7583" y="4296692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V_rot에 NBI가 없다면 합성 토크 채널은 시뮬레이션에서만 올 수 있음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641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530352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303520"/>
            <a:ext cx="91440" cy="1143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4132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공통 교훈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81558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동형 분야가 반복해 말하는 것은 표현력이 아니라 개체별 보정과 상태추정 프레임이며, 이는 본 연구의 shot별 표준화(§8s)와 전체격자 인과 프레이밍(§8t)이 이미 취한 선택이다.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11201400" cy="30568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25880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25880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실험 팔 (통제 변수 하나)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325880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출처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325880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1325880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사전등록 판정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31563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1631563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seq_v2 손실을 σ_meas 가중 Huber 또는 Student-t NLL로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31563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COMPASS · Toto · §8aq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631563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재학습 4 × 3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1631563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벌크 MAD skill 개선, 총합 MSE 비열세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88200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1891526"/>
            <a:ext cx="11201400" cy="30568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1937246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1937246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B.11 자매 팔: soft 게이트 + persistence 축소 페널티, 기저 = 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1937246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RG-ResMoE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937246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b3k8 위 소형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1937246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+0.05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1876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242929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2242929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팔: 프로세스 = 인과 GP, 관측 = 고속 15채널, 이득 = 소형 GRU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2242929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계열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242929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신규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242929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 구간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64360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653128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698848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2698848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재분석: NN-CES 산출과 적합 품질 메타데이터를 확보해 값 컷을 품질 컷으로 바꾼다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2698848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NN-CES · SVMR+GPR · mtanh 적합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698848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데이터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1432" y="2698848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두 공동 1차 모집단이 하나로 합쳐질 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0995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154767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3154767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V_rot 입력 확장: 원시 kHz Mirnov 특징(B.6 A1) · NBI 토크 채널 · 도플러 분광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3154767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EAST XCS · PanoMHD · 합성 진단 증강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154767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데이터 획득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1432" y="3154767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변동 3분위 V_rot 승률이 먼저 오를 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55544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564966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3610686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" y="3610686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제로샷 대조군: TabPFN-v2 회귀(행 특징) · TiRex-2 / Chronos-2(과거 공변량)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3610686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fev-bench · TSI-Bench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3610686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학습 없음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432" y="3610686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인과 GP 대비 4/4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0113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4066605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" y="4066605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FusionMAE식 사전학습 후 미세조정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8072" y="4066605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 · TokaMind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66605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GPU 필요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71432" y="4066605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기대 이득 ≈ 0, 순위 최하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3170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2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53712"/>
            <a:ext cx="91440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권하지 않는 방향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CNN 뒤 Transformer와 VAE 잠재는 표현력 축이며 세 번 닫혔다(§8aa · §8ag · 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Neural CDE 계열은 규칙 10 ms 격자에서 이미 음성으로 판정되었다(§8e).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확산 대체는 추론이 느리고 점 결측 벤치마크에서 선형보간에 진다(TSI-Bench).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4553712"/>
            <a:ext cx="91440" cy="1920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V_rot는 열린 과제이다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V_rot는 열린 과제이며 닫힌 결론이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§8ar의 항별 감사는 현재 입력이 닿는 항이 없음을 보였을 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그것을 뒤집을 측정이 함께 지목되어 있다: 원시 kHz Mirnov(B.6, shot 집합 동결),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 채널, CES 피팅 품질 메타데이터, 그리고 도플러 분광 입력의 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